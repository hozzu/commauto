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49" r:id="rId1"/>
  </p:sldMasterIdLst>
  <p:notesMasterIdLst>
    <p:notesMasterId r:id="rId30"/>
  </p:notesMasterIdLst>
  <p:handoutMasterIdLst>
    <p:handoutMasterId r:id="rId31"/>
  </p:handoutMasterIdLst>
  <p:sldIdLst>
    <p:sldId id="256" r:id="rId2"/>
    <p:sldId id="280" r:id="rId3"/>
    <p:sldId id="257" r:id="rId4"/>
    <p:sldId id="276" r:id="rId5"/>
    <p:sldId id="274" r:id="rId6"/>
    <p:sldId id="264" r:id="rId7"/>
    <p:sldId id="279" r:id="rId8"/>
    <p:sldId id="275" r:id="rId9"/>
    <p:sldId id="262" r:id="rId10"/>
    <p:sldId id="263" r:id="rId11"/>
    <p:sldId id="260" r:id="rId12"/>
    <p:sldId id="277" r:id="rId13"/>
    <p:sldId id="285" r:id="rId14"/>
    <p:sldId id="293" r:id="rId15"/>
    <p:sldId id="289" r:id="rId16"/>
    <p:sldId id="298" r:id="rId17"/>
    <p:sldId id="290" r:id="rId18"/>
    <p:sldId id="296" r:id="rId19"/>
    <p:sldId id="297" r:id="rId20"/>
    <p:sldId id="288" r:id="rId21"/>
    <p:sldId id="292" r:id="rId22"/>
    <p:sldId id="273" r:id="rId23"/>
    <p:sldId id="282" r:id="rId24"/>
    <p:sldId id="283" r:id="rId25"/>
    <p:sldId id="286" r:id="rId26"/>
    <p:sldId id="287" r:id="rId27"/>
    <p:sldId id="295" r:id="rId28"/>
    <p:sldId id="294" r:id="rId29"/>
  </p:sldIdLst>
  <p:sldSz cx="9144000" cy="6858000" type="screen4x3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800" b="1" kern="1200">
        <a:solidFill>
          <a:srgbClr val="CC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800" b="1" kern="1200">
        <a:solidFill>
          <a:srgbClr val="CC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800" b="1" kern="1200">
        <a:solidFill>
          <a:srgbClr val="CC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800" b="1" kern="1200">
        <a:solidFill>
          <a:srgbClr val="CC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800" b="1" kern="1200">
        <a:solidFill>
          <a:srgbClr val="CC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800" b="1" kern="1200">
        <a:solidFill>
          <a:srgbClr val="CC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800" b="1" kern="1200">
        <a:solidFill>
          <a:srgbClr val="CC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800" b="1" kern="1200">
        <a:solidFill>
          <a:srgbClr val="CC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800" b="1" kern="1200">
        <a:solidFill>
          <a:srgbClr val="CC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ooyoung" initials="w" lastIdx="1" clrIdx="0">
    <p:extLst>
      <p:ext uri="{19B8F6BF-5375-455C-9EA6-DF929625EA0E}">
        <p15:presenceInfo xmlns:p15="http://schemas.microsoft.com/office/powerpoint/2012/main" userId="wooyou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ADEB"/>
    <a:srgbClr val="FF9900"/>
    <a:srgbClr val="F2B800"/>
    <a:srgbClr val="D5F4FF"/>
    <a:srgbClr val="99CCFF"/>
    <a:srgbClr val="CC0099"/>
    <a:srgbClr val="FF66CC"/>
    <a:srgbClr val="FF99FF"/>
    <a:srgbClr val="9900FF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034A48-A9AB-4013-BB70-749903CB277E}" v="254" dt="2019-11-21T14:26:15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86186" autoAdjust="0"/>
  </p:normalViewPr>
  <p:slideViewPr>
    <p:cSldViewPr>
      <p:cViewPr varScale="1">
        <p:scale>
          <a:sx n="119" d="100"/>
          <a:sy n="119" d="100"/>
        </p:scale>
        <p:origin x="11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Kyue Shin" userId="940cabc1da1e877a" providerId="LiveId" clId="{62034A48-A9AB-4013-BB70-749903CB277E}"/>
    <pc:docChg chg="undo custSel addSld delSld modSld">
      <pc:chgData name="PhilKyue Shin" userId="940cabc1da1e877a" providerId="LiveId" clId="{62034A48-A9AB-4013-BB70-749903CB277E}" dt="2019-11-21T14:26:15.383" v="1237"/>
      <pc:docMkLst>
        <pc:docMk/>
      </pc:docMkLst>
      <pc:sldChg chg="modSp">
        <pc:chgData name="PhilKyue Shin" userId="940cabc1da1e877a" providerId="LiveId" clId="{62034A48-A9AB-4013-BB70-749903CB277E}" dt="2019-11-21T13:04:26.994" v="1108" actId="15"/>
        <pc:sldMkLst>
          <pc:docMk/>
          <pc:sldMk cId="342607594" sldId="273"/>
        </pc:sldMkLst>
        <pc:spChg chg="mod">
          <ac:chgData name="PhilKyue Shin" userId="940cabc1da1e877a" providerId="LiveId" clId="{62034A48-A9AB-4013-BB70-749903CB277E}" dt="2019-11-21T13:04:26.994" v="1108" actId="15"/>
          <ac:spMkLst>
            <pc:docMk/>
            <pc:sldMk cId="342607594" sldId="273"/>
            <ac:spMk id="3" creationId="{33A2880C-57E3-467C-AA07-BE9EC20777AB}"/>
          </ac:spMkLst>
        </pc:spChg>
      </pc:sldChg>
      <pc:sldChg chg="modSp">
        <pc:chgData name="PhilKyue Shin" userId="940cabc1da1e877a" providerId="LiveId" clId="{62034A48-A9AB-4013-BB70-749903CB277E}" dt="2019-11-21T13:05:23.867" v="1122"/>
        <pc:sldMkLst>
          <pc:docMk/>
          <pc:sldMk cId="854382898" sldId="282"/>
        </pc:sldMkLst>
        <pc:spChg chg="mod">
          <ac:chgData name="PhilKyue Shin" userId="940cabc1da1e877a" providerId="LiveId" clId="{62034A48-A9AB-4013-BB70-749903CB277E}" dt="2019-11-21T13:05:23.867" v="1122"/>
          <ac:spMkLst>
            <pc:docMk/>
            <pc:sldMk cId="854382898" sldId="282"/>
            <ac:spMk id="3" creationId="{3EB0BD33-DD66-48DF-9C96-8FAF6B8F5122}"/>
          </ac:spMkLst>
        </pc:spChg>
      </pc:sldChg>
      <pc:sldChg chg="modSp">
        <pc:chgData name="PhilKyue Shin" userId="940cabc1da1e877a" providerId="LiveId" clId="{62034A48-A9AB-4013-BB70-749903CB277E}" dt="2019-11-21T13:05:46.105" v="1151"/>
        <pc:sldMkLst>
          <pc:docMk/>
          <pc:sldMk cId="4055549957" sldId="283"/>
        </pc:sldMkLst>
        <pc:spChg chg="mod">
          <ac:chgData name="PhilKyue Shin" userId="940cabc1da1e877a" providerId="LiveId" clId="{62034A48-A9AB-4013-BB70-749903CB277E}" dt="2019-11-21T13:05:46.105" v="1151"/>
          <ac:spMkLst>
            <pc:docMk/>
            <pc:sldMk cId="4055549957" sldId="283"/>
            <ac:spMk id="3" creationId="{2E5D1323-A3C8-404A-98EF-DFA23762CBF2}"/>
          </ac:spMkLst>
        </pc:spChg>
      </pc:sldChg>
      <pc:sldChg chg="delSp modSp">
        <pc:chgData name="PhilKyue Shin" userId="940cabc1da1e877a" providerId="LiveId" clId="{62034A48-A9AB-4013-BB70-749903CB277E}" dt="2019-11-21T14:26:15.383" v="1237"/>
        <pc:sldMkLst>
          <pc:docMk/>
          <pc:sldMk cId="694677153" sldId="288"/>
        </pc:sldMkLst>
        <pc:spChg chg="mod">
          <ac:chgData name="PhilKyue Shin" userId="940cabc1da1e877a" providerId="LiveId" clId="{62034A48-A9AB-4013-BB70-749903CB277E}" dt="2019-11-21T13:00:52.748" v="1021" actId="14100"/>
          <ac:spMkLst>
            <pc:docMk/>
            <pc:sldMk cId="694677153" sldId="288"/>
            <ac:spMk id="6" creationId="{F9FB12E5-90D8-4D3F-94FB-9624FFB3C8EB}"/>
          </ac:spMkLst>
        </pc:spChg>
        <pc:spChg chg="del">
          <ac:chgData name="PhilKyue Shin" userId="940cabc1da1e877a" providerId="LiveId" clId="{62034A48-A9AB-4013-BB70-749903CB277E}" dt="2019-11-21T12:59:50.333" v="957" actId="478"/>
          <ac:spMkLst>
            <pc:docMk/>
            <pc:sldMk cId="694677153" sldId="288"/>
            <ac:spMk id="11" creationId="{FFD0D4D2-A4B4-4DD2-ABF9-09F5D192964A}"/>
          </ac:spMkLst>
        </pc:spChg>
        <pc:spChg chg="mod">
          <ac:chgData name="PhilKyue Shin" userId="940cabc1da1e877a" providerId="LiveId" clId="{62034A48-A9AB-4013-BB70-749903CB277E}" dt="2019-11-21T13:02:19.924" v="1060" actId="207"/>
          <ac:spMkLst>
            <pc:docMk/>
            <pc:sldMk cId="694677153" sldId="288"/>
            <ac:spMk id="13" creationId="{A07A93B7-2AB9-4108-80FB-4C8736D71A7B}"/>
          </ac:spMkLst>
        </pc:spChg>
        <pc:spChg chg="del">
          <ac:chgData name="PhilKyue Shin" userId="940cabc1da1e877a" providerId="LiveId" clId="{62034A48-A9AB-4013-BB70-749903CB277E}" dt="2019-11-21T13:00:13.993" v="960" actId="478"/>
          <ac:spMkLst>
            <pc:docMk/>
            <pc:sldMk cId="694677153" sldId="288"/>
            <ac:spMk id="14" creationId="{19F7EFAA-7F3B-4613-953F-9E5C5FC54B11}"/>
          </ac:spMkLst>
        </pc:spChg>
        <pc:spChg chg="mod">
          <ac:chgData name="PhilKyue Shin" userId="940cabc1da1e877a" providerId="LiveId" clId="{62034A48-A9AB-4013-BB70-749903CB277E}" dt="2019-11-21T14:26:08.655" v="1215"/>
          <ac:spMkLst>
            <pc:docMk/>
            <pc:sldMk cId="694677153" sldId="288"/>
            <ac:spMk id="16" creationId="{20BD4957-07A2-4DFE-AD31-0990FDE393CA}"/>
          </ac:spMkLst>
        </pc:spChg>
        <pc:spChg chg="mod">
          <ac:chgData name="PhilKyue Shin" userId="940cabc1da1e877a" providerId="LiveId" clId="{62034A48-A9AB-4013-BB70-749903CB277E}" dt="2019-11-21T13:00:56.887" v="1022" actId="14100"/>
          <ac:spMkLst>
            <pc:docMk/>
            <pc:sldMk cId="694677153" sldId="288"/>
            <ac:spMk id="28" creationId="{E5D3C7E5-B90D-40FD-AE76-EC49476A101F}"/>
          </ac:spMkLst>
        </pc:spChg>
        <pc:spChg chg="del mod">
          <ac:chgData name="PhilKyue Shin" userId="940cabc1da1e877a" providerId="LiveId" clId="{62034A48-A9AB-4013-BB70-749903CB277E}" dt="2019-11-21T12:59:54.310" v="959" actId="478"/>
          <ac:spMkLst>
            <pc:docMk/>
            <pc:sldMk cId="694677153" sldId="288"/>
            <ac:spMk id="33" creationId="{437EB3B7-C335-4C1A-BF0D-269DC2605CA3}"/>
          </ac:spMkLst>
        </pc:spChg>
        <pc:spChg chg="mod">
          <ac:chgData name="PhilKyue Shin" userId="940cabc1da1e877a" providerId="LiveId" clId="{62034A48-A9AB-4013-BB70-749903CB277E}" dt="2019-11-21T13:02:22.658" v="1061" actId="207"/>
          <ac:spMkLst>
            <pc:docMk/>
            <pc:sldMk cId="694677153" sldId="288"/>
            <ac:spMk id="35" creationId="{56D1B50F-5712-4542-ACDD-DCD88728F7F5}"/>
          </ac:spMkLst>
        </pc:spChg>
        <pc:spChg chg="del">
          <ac:chgData name="PhilKyue Shin" userId="940cabc1da1e877a" providerId="LiveId" clId="{62034A48-A9AB-4013-BB70-749903CB277E}" dt="2019-11-21T13:00:15.755" v="961" actId="478"/>
          <ac:spMkLst>
            <pc:docMk/>
            <pc:sldMk cId="694677153" sldId="288"/>
            <ac:spMk id="36" creationId="{F6E0BFDA-2D5E-48C3-91A7-DC7BD4F825FD}"/>
          </ac:spMkLst>
        </pc:spChg>
        <pc:spChg chg="mod">
          <ac:chgData name="PhilKyue Shin" userId="940cabc1da1e877a" providerId="LiveId" clId="{62034A48-A9AB-4013-BB70-749903CB277E}" dt="2019-11-21T14:26:15.383" v="1237"/>
          <ac:spMkLst>
            <pc:docMk/>
            <pc:sldMk cId="694677153" sldId="288"/>
            <ac:spMk id="38" creationId="{C4359969-7667-42F6-BC9E-347D589963AA}"/>
          </ac:spMkLst>
        </pc:spChg>
        <pc:grpChg chg="del">
          <ac:chgData name="PhilKyue Shin" userId="940cabc1da1e877a" providerId="LiveId" clId="{62034A48-A9AB-4013-BB70-749903CB277E}" dt="2019-11-21T13:00:13.993" v="960" actId="478"/>
          <ac:grpSpMkLst>
            <pc:docMk/>
            <pc:sldMk cId="694677153" sldId="288"/>
            <ac:grpSpMk id="12" creationId="{27D18329-112C-4249-9881-20CC7C3DDA1B}"/>
          </ac:grpSpMkLst>
        </pc:grpChg>
        <pc:grpChg chg="del">
          <ac:chgData name="PhilKyue Shin" userId="940cabc1da1e877a" providerId="LiveId" clId="{62034A48-A9AB-4013-BB70-749903CB277E}" dt="2019-11-21T13:00:15.755" v="961" actId="478"/>
          <ac:grpSpMkLst>
            <pc:docMk/>
            <pc:sldMk cId="694677153" sldId="288"/>
            <ac:grpSpMk id="34" creationId="{5A78A3DF-053E-4438-9DF3-F54F946241D3}"/>
          </ac:grpSpMkLst>
        </pc:grpChg>
        <pc:grpChg chg="mod">
          <ac:chgData name="PhilKyue Shin" userId="940cabc1da1e877a" providerId="LiveId" clId="{62034A48-A9AB-4013-BB70-749903CB277E}" dt="2019-11-21T13:00:59.575" v="1024" actId="1035"/>
          <ac:grpSpMkLst>
            <pc:docMk/>
            <pc:sldMk cId="694677153" sldId="288"/>
            <ac:grpSpMk id="40" creationId="{8B26A5C6-9BED-4001-B130-696597665735}"/>
          </ac:grpSpMkLst>
        </pc:grpChg>
        <pc:grpChg chg="mod">
          <ac:chgData name="PhilKyue Shin" userId="940cabc1da1e877a" providerId="LiveId" clId="{62034A48-A9AB-4013-BB70-749903CB277E}" dt="2019-11-21T13:00:59.575" v="1024" actId="1035"/>
          <ac:grpSpMkLst>
            <pc:docMk/>
            <pc:sldMk cId="694677153" sldId="288"/>
            <ac:grpSpMk id="45" creationId="{6EECB7D5-5BB7-48AE-8853-DD31B96C7CFC}"/>
          </ac:grpSpMkLst>
        </pc:grpChg>
      </pc:sldChg>
      <pc:sldChg chg="modSp add del">
        <pc:chgData name="PhilKyue Shin" userId="940cabc1da1e877a" providerId="LiveId" clId="{62034A48-A9AB-4013-BB70-749903CB277E}" dt="2019-11-21T13:37:10.463" v="1171" actId="20577"/>
        <pc:sldMkLst>
          <pc:docMk/>
          <pc:sldMk cId="3701576668" sldId="289"/>
        </pc:sldMkLst>
        <pc:spChg chg="mod">
          <ac:chgData name="PhilKyue Shin" userId="940cabc1da1e877a" providerId="LiveId" clId="{62034A48-A9AB-4013-BB70-749903CB277E}" dt="2019-11-21T13:37:10.463" v="1171" actId="20577"/>
          <ac:spMkLst>
            <pc:docMk/>
            <pc:sldMk cId="3701576668" sldId="289"/>
            <ac:spMk id="3" creationId="{A50F9B9C-F993-4C2F-B8A0-B0C2B4C729B9}"/>
          </ac:spMkLst>
        </pc:spChg>
      </pc:sldChg>
      <pc:sldChg chg="modSp add del">
        <pc:chgData name="PhilKyue Shin" userId="940cabc1da1e877a" providerId="LiveId" clId="{62034A48-A9AB-4013-BB70-749903CB277E}" dt="2019-11-21T13:37:14.270" v="1173" actId="20577"/>
        <pc:sldMkLst>
          <pc:docMk/>
          <pc:sldMk cId="1098252147" sldId="290"/>
        </pc:sldMkLst>
        <pc:spChg chg="mod">
          <ac:chgData name="PhilKyue Shin" userId="940cabc1da1e877a" providerId="LiveId" clId="{62034A48-A9AB-4013-BB70-749903CB277E}" dt="2019-11-21T12:40:20.298" v="383" actId="20577"/>
          <ac:spMkLst>
            <pc:docMk/>
            <pc:sldMk cId="1098252147" sldId="290"/>
            <ac:spMk id="2" creationId="{76535008-E8DC-4614-9FE8-04FAF2A2CD59}"/>
          </ac:spMkLst>
        </pc:spChg>
        <pc:spChg chg="mod">
          <ac:chgData name="PhilKyue Shin" userId="940cabc1da1e877a" providerId="LiveId" clId="{62034A48-A9AB-4013-BB70-749903CB277E}" dt="2019-11-21T13:37:14.270" v="1173" actId="20577"/>
          <ac:spMkLst>
            <pc:docMk/>
            <pc:sldMk cId="1098252147" sldId="290"/>
            <ac:spMk id="3" creationId="{A50F9B9C-F993-4C2F-B8A0-B0C2B4C729B9}"/>
          </ac:spMkLst>
        </pc:spChg>
      </pc:sldChg>
      <pc:sldChg chg="modSp">
        <pc:chgData name="PhilKyue Shin" userId="940cabc1da1e877a" providerId="LiveId" clId="{62034A48-A9AB-4013-BB70-749903CB277E}" dt="2019-11-21T13:02:15.233" v="1059" actId="207"/>
        <pc:sldMkLst>
          <pc:docMk/>
          <pc:sldMk cId="2709123694" sldId="292"/>
        </pc:sldMkLst>
        <pc:spChg chg="mod">
          <ac:chgData name="PhilKyue Shin" userId="940cabc1da1e877a" providerId="LiveId" clId="{62034A48-A9AB-4013-BB70-749903CB277E}" dt="2019-11-21T13:00:42.766" v="1018" actId="20577"/>
          <ac:spMkLst>
            <pc:docMk/>
            <pc:sldMk cId="2709123694" sldId="292"/>
            <ac:spMk id="22" creationId="{2BB895E7-ED75-4ECD-925D-69CF7B23F514}"/>
          </ac:spMkLst>
        </pc:spChg>
        <pc:spChg chg="mod">
          <ac:chgData name="PhilKyue Shin" userId="940cabc1da1e877a" providerId="LiveId" clId="{62034A48-A9AB-4013-BB70-749903CB277E}" dt="2019-11-21T13:02:15.233" v="1059" actId="207"/>
          <ac:spMkLst>
            <pc:docMk/>
            <pc:sldMk cId="2709123694" sldId="292"/>
            <ac:spMk id="50" creationId="{5975B58D-7FCD-44BF-B95B-27CDC3FF15B9}"/>
          </ac:spMkLst>
        </pc:spChg>
      </pc:sldChg>
      <pc:sldChg chg="modSp">
        <pc:chgData name="PhilKyue Shin" userId="940cabc1da1e877a" providerId="LiveId" clId="{62034A48-A9AB-4013-BB70-749903CB277E}" dt="2019-11-21T13:37:06.952" v="1170"/>
        <pc:sldMkLst>
          <pc:docMk/>
          <pc:sldMk cId="3565731501" sldId="293"/>
        </pc:sldMkLst>
        <pc:spChg chg="mod">
          <ac:chgData name="PhilKyue Shin" userId="940cabc1da1e877a" providerId="LiveId" clId="{62034A48-A9AB-4013-BB70-749903CB277E}" dt="2019-11-21T13:37:06.952" v="1170"/>
          <ac:spMkLst>
            <pc:docMk/>
            <pc:sldMk cId="3565731501" sldId="293"/>
            <ac:spMk id="3" creationId="{DBF777BB-1E45-441A-8817-C3A775A65288}"/>
          </ac:spMkLst>
        </pc:spChg>
      </pc:sldChg>
      <pc:sldChg chg="modSp">
        <pc:chgData name="PhilKyue Shin" userId="940cabc1da1e877a" providerId="LiveId" clId="{62034A48-A9AB-4013-BB70-749903CB277E}" dt="2019-11-21T13:06:03.585" v="1156" actId="20577"/>
        <pc:sldMkLst>
          <pc:docMk/>
          <pc:sldMk cId="3761549669" sldId="294"/>
        </pc:sldMkLst>
        <pc:spChg chg="mod">
          <ac:chgData name="PhilKyue Shin" userId="940cabc1da1e877a" providerId="LiveId" clId="{62034A48-A9AB-4013-BB70-749903CB277E}" dt="2019-11-21T13:06:03.585" v="1156" actId="20577"/>
          <ac:spMkLst>
            <pc:docMk/>
            <pc:sldMk cId="3761549669" sldId="294"/>
            <ac:spMk id="3" creationId="{2E5D1323-A3C8-404A-98EF-DFA23762CBF2}"/>
          </ac:spMkLst>
        </pc:spChg>
      </pc:sldChg>
      <pc:sldChg chg="modSp add">
        <pc:chgData name="PhilKyue Shin" userId="940cabc1da1e877a" providerId="LiveId" clId="{62034A48-A9AB-4013-BB70-749903CB277E}" dt="2019-11-21T13:37:15.325" v="1174" actId="20577"/>
        <pc:sldMkLst>
          <pc:docMk/>
          <pc:sldMk cId="3755758021" sldId="296"/>
        </pc:sldMkLst>
        <pc:spChg chg="mod">
          <ac:chgData name="PhilKyue Shin" userId="940cabc1da1e877a" providerId="LiveId" clId="{62034A48-A9AB-4013-BB70-749903CB277E}" dt="2019-11-21T12:40:21.666" v="384" actId="20577"/>
          <ac:spMkLst>
            <pc:docMk/>
            <pc:sldMk cId="3755758021" sldId="296"/>
            <ac:spMk id="2" creationId="{76535008-E8DC-4614-9FE8-04FAF2A2CD59}"/>
          </ac:spMkLst>
        </pc:spChg>
        <pc:spChg chg="mod">
          <ac:chgData name="PhilKyue Shin" userId="940cabc1da1e877a" providerId="LiveId" clId="{62034A48-A9AB-4013-BB70-749903CB277E}" dt="2019-11-21T13:37:15.325" v="1174" actId="20577"/>
          <ac:spMkLst>
            <pc:docMk/>
            <pc:sldMk cId="3755758021" sldId="296"/>
            <ac:spMk id="3" creationId="{A50F9B9C-F993-4C2F-B8A0-B0C2B4C729B9}"/>
          </ac:spMkLst>
        </pc:spChg>
      </pc:sldChg>
      <pc:sldChg chg="modSp add">
        <pc:chgData name="PhilKyue Shin" userId="940cabc1da1e877a" providerId="LiveId" clId="{62034A48-A9AB-4013-BB70-749903CB277E}" dt="2019-11-21T13:37:16.235" v="1175" actId="20577"/>
        <pc:sldMkLst>
          <pc:docMk/>
          <pc:sldMk cId="2437242159" sldId="297"/>
        </pc:sldMkLst>
        <pc:spChg chg="mod">
          <ac:chgData name="PhilKyue Shin" userId="940cabc1da1e877a" providerId="LiveId" clId="{62034A48-A9AB-4013-BB70-749903CB277E}" dt="2019-11-21T12:40:22.944" v="385" actId="20577"/>
          <ac:spMkLst>
            <pc:docMk/>
            <pc:sldMk cId="2437242159" sldId="297"/>
            <ac:spMk id="2" creationId="{76535008-E8DC-4614-9FE8-04FAF2A2CD59}"/>
          </ac:spMkLst>
        </pc:spChg>
        <pc:spChg chg="mod">
          <ac:chgData name="PhilKyue Shin" userId="940cabc1da1e877a" providerId="LiveId" clId="{62034A48-A9AB-4013-BB70-749903CB277E}" dt="2019-11-21T13:37:16.235" v="1175" actId="20577"/>
          <ac:spMkLst>
            <pc:docMk/>
            <pc:sldMk cId="2437242159" sldId="297"/>
            <ac:spMk id="3" creationId="{A50F9B9C-F993-4C2F-B8A0-B0C2B4C729B9}"/>
          </ac:spMkLst>
        </pc:spChg>
      </pc:sldChg>
      <pc:sldChg chg="modSp add">
        <pc:chgData name="PhilKyue Shin" userId="940cabc1da1e877a" providerId="LiveId" clId="{62034A48-A9AB-4013-BB70-749903CB277E}" dt="2019-11-21T13:37:13.186" v="1172" actId="20577"/>
        <pc:sldMkLst>
          <pc:docMk/>
          <pc:sldMk cId="3477812389" sldId="298"/>
        </pc:sldMkLst>
        <pc:spChg chg="mod">
          <ac:chgData name="PhilKyue Shin" userId="940cabc1da1e877a" providerId="LiveId" clId="{62034A48-A9AB-4013-BB70-749903CB277E}" dt="2019-11-21T12:39:13.634" v="360"/>
          <ac:spMkLst>
            <pc:docMk/>
            <pc:sldMk cId="3477812389" sldId="298"/>
            <ac:spMk id="2" creationId="{76535008-E8DC-4614-9FE8-04FAF2A2CD59}"/>
          </ac:spMkLst>
        </pc:spChg>
        <pc:spChg chg="mod">
          <ac:chgData name="PhilKyue Shin" userId="940cabc1da1e877a" providerId="LiveId" clId="{62034A48-A9AB-4013-BB70-749903CB277E}" dt="2019-11-21T13:37:13.186" v="1172" actId="20577"/>
          <ac:spMkLst>
            <pc:docMk/>
            <pc:sldMk cId="3477812389" sldId="298"/>
            <ac:spMk id="3" creationId="{A50F9B9C-F993-4C2F-B8A0-B0C2B4C729B9}"/>
          </ac:spMkLst>
        </pc:spChg>
      </pc:sldChg>
    </pc:docChg>
  </pc:docChgLst>
  <pc:docChgLst>
    <pc:chgData name="PhilKyue Shin" userId="940cabc1da1e877a" providerId="LiveId" clId="{5C7C4A92-9D5C-489B-A33B-18684C09432A}"/>
    <pc:docChg chg="undo custSel addSld delSld modSld sldOrd">
      <pc:chgData name="PhilKyue Shin" userId="940cabc1da1e877a" providerId="LiveId" clId="{5C7C4A92-9D5C-489B-A33B-18684C09432A}" dt="2019-11-20T05:30:55.744" v="5931" actId="20577"/>
      <pc:docMkLst>
        <pc:docMk/>
      </pc:docMkLst>
      <pc:sldChg chg="modSp">
        <pc:chgData name="PhilKyue Shin" userId="940cabc1da1e877a" providerId="LiveId" clId="{5C7C4A92-9D5C-489B-A33B-18684C09432A}" dt="2019-11-20T05:21:38.608" v="5668"/>
        <pc:sldMkLst>
          <pc:docMk/>
          <pc:sldMk cId="0" sldId="256"/>
        </pc:sldMkLst>
        <pc:spChg chg="mod">
          <ac:chgData name="PhilKyue Shin" userId="940cabc1da1e877a" providerId="LiveId" clId="{5C7C4A92-9D5C-489B-A33B-18684C09432A}" dt="2019-11-20T05:21:38.608" v="5668"/>
          <ac:spMkLst>
            <pc:docMk/>
            <pc:sldMk cId="0" sldId="256"/>
            <ac:spMk id="3074" creationId="{23402985-03E9-4B96-8903-DAED32E7302F}"/>
          </ac:spMkLst>
        </pc:spChg>
        <pc:spChg chg="mod">
          <ac:chgData name="PhilKyue Shin" userId="940cabc1da1e877a" providerId="LiveId" clId="{5C7C4A92-9D5C-489B-A33B-18684C09432A}" dt="2019-11-20T05:19:15.447" v="5631" actId="20577"/>
          <ac:spMkLst>
            <pc:docMk/>
            <pc:sldMk cId="0" sldId="256"/>
            <ac:spMk id="3075" creationId="{ACDD95D0-3575-4700-A07C-9610ECEB04AC}"/>
          </ac:spMkLst>
        </pc:spChg>
      </pc:sldChg>
      <pc:sldChg chg="modSp">
        <pc:chgData name="PhilKyue Shin" userId="940cabc1da1e877a" providerId="LiveId" clId="{5C7C4A92-9D5C-489B-A33B-18684C09432A}" dt="2019-11-20T05:22:48.494" v="5669" actId="2165"/>
        <pc:sldMkLst>
          <pc:docMk/>
          <pc:sldMk cId="351768498" sldId="260"/>
        </pc:sldMkLst>
        <pc:graphicFrameChg chg="mod modGraphic">
          <ac:chgData name="PhilKyue Shin" userId="940cabc1da1e877a" providerId="LiveId" clId="{5C7C4A92-9D5C-489B-A33B-18684C09432A}" dt="2019-11-20T05:22:48.494" v="5669" actId="2165"/>
          <ac:graphicFrameMkLst>
            <pc:docMk/>
            <pc:sldMk cId="351768498" sldId="260"/>
            <ac:graphicFrameMk id="6" creationId="{14735FF9-5966-4B53-A6A1-2A3F20430D3F}"/>
          </ac:graphicFrameMkLst>
        </pc:graphicFrameChg>
      </pc:sldChg>
      <pc:sldChg chg="modSp">
        <pc:chgData name="PhilKyue Shin" userId="940cabc1da1e877a" providerId="LiveId" clId="{5C7C4A92-9D5C-489B-A33B-18684C09432A}" dt="2019-11-20T05:28:00.253" v="5816"/>
        <pc:sldMkLst>
          <pc:docMk/>
          <pc:sldMk cId="301892035" sldId="264"/>
        </pc:sldMkLst>
        <pc:spChg chg="mod">
          <ac:chgData name="PhilKyue Shin" userId="940cabc1da1e877a" providerId="LiveId" clId="{5C7C4A92-9D5C-489B-A33B-18684C09432A}" dt="2019-11-20T05:28:00.253" v="5816"/>
          <ac:spMkLst>
            <pc:docMk/>
            <pc:sldMk cId="301892035" sldId="264"/>
            <ac:spMk id="3" creationId="{69376262-5756-454F-9E73-1CF2FAE8CFEF}"/>
          </ac:spMkLst>
        </pc:spChg>
      </pc:sldChg>
      <pc:sldChg chg="del">
        <pc:chgData name="PhilKyue Shin" userId="940cabc1da1e877a" providerId="LiveId" clId="{5C7C4A92-9D5C-489B-A33B-18684C09432A}" dt="2019-11-20T02:05:34.713" v="127" actId="47"/>
        <pc:sldMkLst>
          <pc:docMk/>
          <pc:sldMk cId="636912240" sldId="265"/>
        </pc:sldMkLst>
      </pc:sldChg>
      <pc:sldChg chg="del">
        <pc:chgData name="PhilKyue Shin" userId="940cabc1da1e877a" providerId="LiveId" clId="{5C7C4A92-9D5C-489B-A33B-18684C09432A}" dt="2019-11-20T02:05:33.539" v="126" actId="47"/>
        <pc:sldMkLst>
          <pc:docMk/>
          <pc:sldMk cId="1363113477" sldId="266"/>
        </pc:sldMkLst>
      </pc:sldChg>
      <pc:sldChg chg="del">
        <pc:chgData name="PhilKyue Shin" userId="940cabc1da1e877a" providerId="LiveId" clId="{5C7C4A92-9D5C-489B-A33B-18684C09432A}" dt="2019-11-20T02:05:32.807" v="125" actId="47"/>
        <pc:sldMkLst>
          <pc:docMk/>
          <pc:sldMk cId="2251838700" sldId="267"/>
        </pc:sldMkLst>
      </pc:sldChg>
      <pc:sldChg chg="del">
        <pc:chgData name="PhilKyue Shin" userId="940cabc1da1e877a" providerId="LiveId" clId="{5C7C4A92-9D5C-489B-A33B-18684C09432A}" dt="2019-11-20T02:05:31.186" v="124" actId="47"/>
        <pc:sldMkLst>
          <pc:docMk/>
          <pc:sldMk cId="2675670692" sldId="269"/>
        </pc:sldMkLst>
      </pc:sldChg>
      <pc:sldChg chg="modSp">
        <pc:chgData name="PhilKyue Shin" userId="940cabc1da1e877a" providerId="LiveId" clId="{5C7C4A92-9D5C-489B-A33B-18684C09432A}" dt="2019-11-20T04:24:10.940" v="3534" actId="20577"/>
        <pc:sldMkLst>
          <pc:docMk/>
          <pc:sldMk cId="342607594" sldId="273"/>
        </pc:sldMkLst>
        <pc:spChg chg="mod">
          <ac:chgData name="PhilKyue Shin" userId="940cabc1da1e877a" providerId="LiveId" clId="{5C7C4A92-9D5C-489B-A33B-18684C09432A}" dt="2019-11-20T03:27:33.110" v="1992"/>
          <ac:spMkLst>
            <pc:docMk/>
            <pc:sldMk cId="342607594" sldId="273"/>
            <ac:spMk id="2" creationId="{4188DB88-8430-4C37-BCB2-CCC2B1AB0AAB}"/>
          </ac:spMkLst>
        </pc:spChg>
        <pc:spChg chg="mod">
          <ac:chgData name="PhilKyue Shin" userId="940cabc1da1e877a" providerId="LiveId" clId="{5C7C4A92-9D5C-489B-A33B-18684C09432A}" dt="2019-11-20T04:24:10.940" v="3534" actId="20577"/>
          <ac:spMkLst>
            <pc:docMk/>
            <pc:sldMk cId="342607594" sldId="273"/>
            <ac:spMk id="3" creationId="{33A2880C-57E3-467C-AA07-BE9EC20777AB}"/>
          </ac:spMkLst>
        </pc:spChg>
      </pc:sldChg>
      <pc:sldChg chg="modSp">
        <pc:chgData name="PhilKyue Shin" userId="940cabc1da1e877a" providerId="LiveId" clId="{5C7C4A92-9D5C-489B-A33B-18684C09432A}" dt="2019-11-20T05:23:37.037" v="5727"/>
        <pc:sldMkLst>
          <pc:docMk/>
          <pc:sldMk cId="2959717263" sldId="277"/>
        </pc:sldMkLst>
        <pc:spChg chg="mod">
          <ac:chgData name="PhilKyue Shin" userId="940cabc1da1e877a" providerId="LiveId" clId="{5C7C4A92-9D5C-489B-A33B-18684C09432A}" dt="2019-11-20T05:23:37.037" v="5727"/>
          <ac:spMkLst>
            <pc:docMk/>
            <pc:sldMk cId="2959717263" sldId="277"/>
            <ac:spMk id="3" creationId="{8C4D10F2-1BA4-45A4-95DF-986C4409CDB1}"/>
          </ac:spMkLst>
        </pc:spChg>
      </pc:sldChg>
      <pc:sldChg chg="modSp">
        <pc:chgData name="PhilKyue Shin" userId="940cabc1da1e877a" providerId="LiveId" clId="{5C7C4A92-9D5C-489B-A33B-18684C09432A}" dt="2019-11-20T03:02:48.546" v="1716" actId="20577"/>
        <pc:sldMkLst>
          <pc:docMk/>
          <pc:sldMk cId="2753320224" sldId="280"/>
        </pc:sldMkLst>
        <pc:spChg chg="mod">
          <ac:chgData name="PhilKyue Shin" userId="940cabc1da1e877a" providerId="LiveId" clId="{5C7C4A92-9D5C-489B-A33B-18684C09432A}" dt="2019-11-20T03:02:48.546" v="1716" actId="20577"/>
          <ac:spMkLst>
            <pc:docMk/>
            <pc:sldMk cId="2753320224" sldId="280"/>
            <ac:spMk id="3" creationId="{CA54325C-ED82-4D4A-A28E-315A245B3B6B}"/>
          </ac:spMkLst>
        </pc:spChg>
      </pc:sldChg>
      <pc:sldChg chg="del">
        <pc:chgData name="PhilKyue Shin" userId="940cabc1da1e877a" providerId="LiveId" clId="{5C7C4A92-9D5C-489B-A33B-18684C09432A}" dt="2019-11-20T02:50:58.828" v="1057" actId="47"/>
        <pc:sldMkLst>
          <pc:docMk/>
          <pc:sldMk cId="2933471624" sldId="281"/>
        </pc:sldMkLst>
      </pc:sldChg>
      <pc:sldChg chg="modSp ord">
        <pc:chgData name="PhilKyue Shin" userId="940cabc1da1e877a" providerId="LiveId" clId="{5C7C4A92-9D5C-489B-A33B-18684C09432A}" dt="2019-11-20T04:24:31.581" v="3568" actId="20577"/>
        <pc:sldMkLst>
          <pc:docMk/>
          <pc:sldMk cId="854382898" sldId="282"/>
        </pc:sldMkLst>
        <pc:spChg chg="mod">
          <ac:chgData name="PhilKyue Shin" userId="940cabc1da1e877a" providerId="LiveId" clId="{5C7C4A92-9D5C-489B-A33B-18684C09432A}" dt="2019-11-20T04:17:17.015" v="3075"/>
          <ac:spMkLst>
            <pc:docMk/>
            <pc:sldMk cId="854382898" sldId="282"/>
            <ac:spMk id="2" creationId="{4A768ECA-0787-42AE-87FB-E35D995F4024}"/>
          </ac:spMkLst>
        </pc:spChg>
        <pc:spChg chg="mod">
          <ac:chgData name="PhilKyue Shin" userId="940cabc1da1e877a" providerId="LiveId" clId="{5C7C4A92-9D5C-489B-A33B-18684C09432A}" dt="2019-11-20T04:24:31.581" v="3568" actId="20577"/>
          <ac:spMkLst>
            <pc:docMk/>
            <pc:sldMk cId="854382898" sldId="282"/>
            <ac:spMk id="3" creationId="{3EB0BD33-DD66-48DF-9C96-8FAF6B8F5122}"/>
          </ac:spMkLst>
        </pc:spChg>
      </pc:sldChg>
      <pc:sldChg chg="modSp ord">
        <pc:chgData name="PhilKyue Shin" userId="940cabc1da1e877a" providerId="LiveId" clId="{5C7C4A92-9D5C-489B-A33B-18684C09432A}" dt="2019-11-20T05:29:11.234" v="5826" actId="6549"/>
        <pc:sldMkLst>
          <pc:docMk/>
          <pc:sldMk cId="4055549957" sldId="283"/>
        </pc:sldMkLst>
        <pc:spChg chg="mod">
          <ac:chgData name="PhilKyue Shin" userId="940cabc1da1e877a" providerId="LiveId" clId="{5C7C4A92-9D5C-489B-A33B-18684C09432A}" dt="2019-11-20T04:17:24.294" v="3079"/>
          <ac:spMkLst>
            <pc:docMk/>
            <pc:sldMk cId="4055549957" sldId="283"/>
            <ac:spMk id="2" creationId="{B10F6D9B-D150-4FCF-81D0-7E4B9C67CB28}"/>
          </ac:spMkLst>
        </pc:spChg>
        <pc:spChg chg="mod">
          <ac:chgData name="PhilKyue Shin" userId="940cabc1da1e877a" providerId="LiveId" clId="{5C7C4A92-9D5C-489B-A33B-18684C09432A}" dt="2019-11-20T05:29:11.234" v="5826" actId="6549"/>
          <ac:spMkLst>
            <pc:docMk/>
            <pc:sldMk cId="4055549957" sldId="283"/>
            <ac:spMk id="3" creationId="{2E5D1323-A3C8-404A-98EF-DFA23762CBF2}"/>
          </ac:spMkLst>
        </pc:spChg>
      </pc:sldChg>
      <pc:sldChg chg="addSp delSp modSp">
        <pc:chgData name="PhilKyue Shin" userId="940cabc1da1e877a" providerId="LiveId" clId="{5C7C4A92-9D5C-489B-A33B-18684C09432A}" dt="2019-11-20T05:23:51.242" v="5729" actId="1076"/>
        <pc:sldMkLst>
          <pc:docMk/>
          <pc:sldMk cId="1469272351" sldId="285"/>
        </pc:sldMkLst>
        <pc:spChg chg="mod">
          <ac:chgData name="PhilKyue Shin" userId="940cabc1da1e877a" providerId="LiveId" clId="{5C7C4A92-9D5C-489B-A33B-18684C09432A}" dt="2019-11-20T02:20:30.120" v="420" actId="20577"/>
          <ac:spMkLst>
            <pc:docMk/>
            <pc:sldMk cId="1469272351" sldId="285"/>
            <ac:spMk id="3" creationId="{B4E1A96E-1AF4-43BD-BC53-C567A2E2298A}"/>
          </ac:spMkLst>
        </pc:spChg>
        <pc:spChg chg="add mod">
          <ac:chgData name="PhilKyue Shin" userId="940cabc1da1e877a" providerId="LiveId" clId="{5C7C4A92-9D5C-489B-A33B-18684C09432A}" dt="2019-11-20T02:12:10.518" v="204" actId="164"/>
          <ac:spMkLst>
            <pc:docMk/>
            <pc:sldMk cId="1469272351" sldId="285"/>
            <ac:spMk id="9" creationId="{BE392EBC-AC42-4C06-BC7A-C89909F1E630}"/>
          </ac:spMkLst>
        </pc:spChg>
        <pc:spChg chg="add mod">
          <ac:chgData name="PhilKyue Shin" userId="940cabc1da1e877a" providerId="LiveId" clId="{5C7C4A92-9D5C-489B-A33B-18684C09432A}" dt="2019-11-20T02:14:46.857" v="237" actId="164"/>
          <ac:spMkLst>
            <pc:docMk/>
            <pc:sldMk cId="1469272351" sldId="285"/>
            <ac:spMk id="19" creationId="{62E78436-85A8-4DA4-94D7-9C539B202989}"/>
          </ac:spMkLst>
        </pc:spChg>
        <pc:spChg chg="add del mod">
          <ac:chgData name="PhilKyue Shin" userId="940cabc1da1e877a" providerId="LiveId" clId="{5C7C4A92-9D5C-489B-A33B-18684C09432A}" dt="2019-11-20T02:27:50.532" v="492" actId="478"/>
          <ac:spMkLst>
            <pc:docMk/>
            <pc:sldMk cId="1469272351" sldId="285"/>
            <ac:spMk id="42" creationId="{E7708BC5-9E55-4877-B4D2-516CF1474284}"/>
          </ac:spMkLst>
        </pc:spChg>
        <pc:spChg chg="add mod">
          <ac:chgData name="PhilKyue Shin" userId="940cabc1da1e877a" providerId="LiveId" clId="{5C7C4A92-9D5C-489B-A33B-18684C09432A}" dt="2019-11-20T02:19:48.220" v="395" actId="164"/>
          <ac:spMkLst>
            <pc:docMk/>
            <pc:sldMk cId="1469272351" sldId="285"/>
            <ac:spMk id="43" creationId="{0F262DCE-8D59-443D-B5A1-81024B2EF3D4}"/>
          </ac:spMkLst>
        </pc:spChg>
        <pc:spChg chg="add mod">
          <ac:chgData name="PhilKyue Shin" userId="940cabc1da1e877a" providerId="LiveId" clId="{5C7C4A92-9D5C-489B-A33B-18684C09432A}" dt="2019-11-20T02:36:24.862" v="676" actId="1035"/>
          <ac:spMkLst>
            <pc:docMk/>
            <pc:sldMk cId="1469272351" sldId="285"/>
            <ac:spMk id="44" creationId="{65BB6180-7D4C-4752-A4D2-96005B2C0855}"/>
          </ac:spMkLst>
        </pc:spChg>
        <pc:spChg chg="add mod">
          <ac:chgData name="PhilKyue Shin" userId="940cabc1da1e877a" providerId="LiveId" clId="{5C7C4A92-9D5C-489B-A33B-18684C09432A}" dt="2019-11-20T02:21:00.541" v="440" actId="1076"/>
          <ac:spMkLst>
            <pc:docMk/>
            <pc:sldMk cId="1469272351" sldId="285"/>
            <ac:spMk id="45" creationId="{DFC8ED55-4AF3-4C5B-B6F5-88146D68F65B}"/>
          </ac:spMkLst>
        </pc:spChg>
        <pc:spChg chg="add mod">
          <ac:chgData name="PhilKyue Shin" userId="940cabc1da1e877a" providerId="LiveId" clId="{5C7C4A92-9D5C-489B-A33B-18684C09432A}" dt="2019-11-20T02:19:03.194" v="371" actId="164"/>
          <ac:spMkLst>
            <pc:docMk/>
            <pc:sldMk cId="1469272351" sldId="285"/>
            <ac:spMk id="46" creationId="{4CBCC897-5859-4D11-A4D6-AA6C0086F94C}"/>
          </ac:spMkLst>
        </pc:spChg>
        <pc:spChg chg="add mod">
          <ac:chgData name="PhilKyue Shin" userId="940cabc1da1e877a" providerId="LiveId" clId="{5C7C4A92-9D5C-489B-A33B-18684C09432A}" dt="2019-11-20T02:19:53.452" v="397" actId="164"/>
          <ac:spMkLst>
            <pc:docMk/>
            <pc:sldMk cId="1469272351" sldId="285"/>
            <ac:spMk id="48" creationId="{1FB1F842-3173-42AE-8741-023D030A992F}"/>
          </ac:spMkLst>
        </pc:spChg>
        <pc:spChg chg="add mod">
          <ac:chgData name="PhilKyue Shin" userId="940cabc1da1e877a" providerId="LiveId" clId="{5C7C4A92-9D5C-489B-A33B-18684C09432A}" dt="2019-11-20T02:41:39.739" v="861" actId="1038"/>
          <ac:spMkLst>
            <pc:docMk/>
            <pc:sldMk cId="1469272351" sldId="285"/>
            <ac:spMk id="52" creationId="{8C9827A4-08EA-44C5-8B01-5723F1849FB8}"/>
          </ac:spMkLst>
        </pc:spChg>
        <pc:spChg chg="add del mod">
          <ac:chgData name="PhilKyue Shin" userId="940cabc1da1e877a" providerId="LiveId" clId="{5C7C4A92-9D5C-489B-A33B-18684C09432A}" dt="2019-11-20T02:21:57.958" v="449" actId="478"/>
          <ac:spMkLst>
            <pc:docMk/>
            <pc:sldMk cId="1469272351" sldId="285"/>
            <ac:spMk id="53" creationId="{1CD8972F-44C0-44A3-8562-66A4CEB7014A}"/>
          </ac:spMkLst>
        </pc:spChg>
        <pc:spChg chg="add mod">
          <ac:chgData name="PhilKyue Shin" userId="940cabc1da1e877a" providerId="LiveId" clId="{5C7C4A92-9D5C-489B-A33B-18684C09432A}" dt="2019-11-20T02:41:39.739" v="861" actId="1038"/>
          <ac:spMkLst>
            <pc:docMk/>
            <pc:sldMk cId="1469272351" sldId="285"/>
            <ac:spMk id="55" creationId="{C6955771-E978-4425-AAD5-0B06A8813728}"/>
          </ac:spMkLst>
        </pc:spChg>
        <pc:spChg chg="add del mod">
          <ac:chgData name="PhilKyue Shin" userId="940cabc1da1e877a" providerId="LiveId" clId="{5C7C4A92-9D5C-489B-A33B-18684C09432A}" dt="2019-11-20T02:24:58.121" v="473" actId="478"/>
          <ac:spMkLst>
            <pc:docMk/>
            <pc:sldMk cId="1469272351" sldId="285"/>
            <ac:spMk id="56" creationId="{BA66E8C9-09DD-443B-BE69-8A30BA861279}"/>
          </ac:spMkLst>
        </pc:spChg>
        <pc:spChg chg="add del mod">
          <ac:chgData name="PhilKyue Shin" userId="940cabc1da1e877a" providerId="LiveId" clId="{5C7C4A92-9D5C-489B-A33B-18684C09432A}" dt="2019-11-20T02:26:34.698" v="486" actId="478"/>
          <ac:spMkLst>
            <pc:docMk/>
            <pc:sldMk cId="1469272351" sldId="285"/>
            <ac:spMk id="57" creationId="{2AE5B3CE-3E80-4A7F-9D15-3376AD876B76}"/>
          </ac:spMkLst>
        </pc:spChg>
        <pc:spChg chg="add del mod">
          <ac:chgData name="PhilKyue Shin" userId="940cabc1da1e877a" providerId="LiveId" clId="{5C7C4A92-9D5C-489B-A33B-18684C09432A}" dt="2019-11-20T02:27:51.052" v="493" actId="478"/>
          <ac:spMkLst>
            <pc:docMk/>
            <pc:sldMk cId="1469272351" sldId="285"/>
            <ac:spMk id="58" creationId="{A3DA8A84-8767-4D1D-BD24-03FAA203F30E}"/>
          </ac:spMkLst>
        </pc:spChg>
        <pc:spChg chg="add del mod">
          <ac:chgData name="PhilKyue Shin" userId="940cabc1da1e877a" providerId="LiveId" clId="{5C7C4A92-9D5C-489B-A33B-18684C09432A}" dt="2019-11-20T02:43:34.357" v="898" actId="478"/>
          <ac:spMkLst>
            <pc:docMk/>
            <pc:sldMk cId="1469272351" sldId="285"/>
            <ac:spMk id="59" creationId="{36638215-E5A7-41DE-9036-F9B00E0A16D6}"/>
          </ac:spMkLst>
        </pc:spChg>
        <pc:spChg chg="add mod">
          <ac:chgData name="PhilKyue Shin" userId="940cabc1da1e877a" providerId="LiveId" clId="{5C7C4A92-9D5C-489B-A33B-18684C09432A}" dt="2019-11-20T02:41:39.739" v="861" actId="1038"/>
          <ac:spMkLst>
            <pc:docMk/>
            <pc:sldMk cId="1469272351" sldId="285"/>
            <ac:spMk id="60" creationId="{14F38610-9EC9-4167-8534-DFBD2AB99D65}"/>
          </ac:spMkLst>
        </pc:spChg>
        <pc:spChg chg="add mod">
          <ac:chgData name="PhilKyue Shin" userId="940cabc1da1e877a" providerId="LiveId" clId="{5C7C4A92-9D5C-489B-A33B-18684C09432A}" dt="2019-11-20T05:23:51.242" v="5729" actId="1076"/>
          <ac:spMkLst>
            <pc:docMk/>
            <pc:sldMk cId="1469272351" sldId="285"/>
            <ac:spMk id="61" creationId="{BE1E5425-8149-4976-BCB6-D945EE1469D1}"/>
          </ac:spMkLst>
        </pc:spChg>
        <pc:spChg chg="add mod">
          <ac:chgData name="PhilKyue Shin" userId="940cabc1da1e877a" providerId="LiveId" clId="{5C7C4A92-9D5C-489B-A33B-18684C09432A}" dt="2019-11-20T02:41:39.739" v="861" actId="1038"/>
          <ac:spMkLst>
            <pc:docMk/>
            <pc:sldMk cId="1469272351" sldId="285"/>
            <ac:spMk id="62" creationId="{125E8D76-257A-4590-9AC8-6B0ACC2544E2}"/>
          </ac:spMkLst>
        </pc:spChg>
        <pc:spChg chg="add mod">
          <ac:chgData name="PhilKyue Shin" userId="940cabc1da1e877a" providerId="LiveId" clId="{5C7C4A92-9D5C-489B-A33B-18684C09432A}" dt="2019-11-20T02:41:39.739" v="861" actId="1038"/>
          <ac:spMkLst>
            <pc:docMk/>
            <pc:sldMk cId="1469272351" sldId="285"/>
            <ac:spMk id="63" creationId="{9B832CE2-4E81-4002-82A3-566D1F8ACF8B}"/>
          </ac:spMkLst>
        </pc:spChg>
        <pc:spChg chg="add mod">
          <ac:chgData name="PhilKyue Shin" userId="940cabc1da1e877a" providerId="LiveId" clId="{5C7C4A92-9D5C-489B-A33B-18684C09432A}" dt="2019-11-20T02:42:28.149" v="890" actId="1035"/>
          <ac:spMkLst>
            <pc:docMk/>
            <pc:sldMk cId="1469272351" sldId="285"/>
            <ac:spMk id="64" creationId="{4A6F07FD-AF1C-4176-BDE4-EDA6CAF3C443}"/>
          </ac:spMkLst>
        </pc:spChg>
        <pc:spChg chg="add mod">
          <ac:chgData name="PhilKyue Shin" userId="940cabc1da1e877a" providerId="LiveId" clId="{5C7C4A92-9D5C-489B-A33B-18684C09432A}" dt="2019-11-20T02:41:39.739" v="861" actId="1038"/>
          <ac:spMkLst>
            <pc:docMk/>
            <pc:sldMk cId="1469272351" sldId="285"/>
            <ac:spMk id="65" creationId="{45F23825-5895-4ED4-B815-68BE9D1399BC}"/>
          </ac:spMkLst>
        </pc:spChg>
        <pc:spChg chg="add mod">
          <ac:chgData name="PhilKyue Shin" userId="940cabc1da1e877a" providerId="LiveId" clId="{5C7C4A92-9D5C-489B-A33B-18684C09432A}" dt="2019-11-20T02:43:54.161" v="905" actId="1076"/>
          <ac:spMkLst>
            <pc:docMk/>
            <pc:sldMk cId="1469272351" sldId="285"/>
            <ac:spMk id="66" creationId="{43A17269-910F-4A36-8E1B-09B70CBA9811}"/>
          </ac:spMkLst>
        </pc:spChg>
        <pc:spChg chg="add mod">
          <ac:chgData name="PhilKyue Shin" userId="940cabc1da1e877a" providerId="LiveId" clId="{5C7C4A92-9D5C-489B-A33B-18684C09432A}" dt="2019-11-20T02:41:39.739" v="861" actId="1038"/>
          <ac:spMkLst>
            <pc:docMk/>
            <pc:sldMk cId="1469272351" sldId="285"/>
            <ac:spMk id="67" creationId="{3144D643-59F5-467E-BFD0-6969BC089D93}"/>
          </ac:spMkLst>
        </pc:spChg>
        <pc:spChg chg="add mod">
          <ac:chgData name="PhilKyue Shin" userId="940cabc1da1e877a" providerId="LiveId" clId="{5C7C4A92-9D5C-489B-A33B-18684C09432A}" dt="2019-11-20T02:43:25.351" v="895" actId="1076"/>
          <ac:spMkLst>
            <pc:docMk/>
            <pc:sldMk cId="1469272351" sldId="285"/>
            <ac:spMk id="68" creationId="{1F4D9484-A625-4E67-93E1-35584FE43AF8}"/>
          </ac:spMkLst>
        </pc:spChg>
        <pc:spChg chg="add mod">
          <ac:chgData name="PhilKyue Shin" userId="940cabc1da1e877a" providerId="LiveId" clId="{5C7C4A92-9D5C-489B-A33B-18684C09432A}" dt="2019-11-20T02:43:49.009" v="904" actId="1076"/>
          <ac:spMkLst>
            <pc:docMk/>
            <pc:sldMk cId="1469272351" sldId="285"/>
            <ac:spMk id="69" creationId="{CCAAB1E5-6299-44F1-9DE8-12DDC20C23A3}"/>
          </ac:spMkLst>
        </pc:spChg>
        <pc:spChg chg="add mod">
          <ac:chgData name="PhilKyue Shin" userId="940cabc1da1e877a" providerId="LiveId" clId="{5C7C4A92-9D5C-489B-A33B-18684C09432A}" dt="2019-11-20T02:43:43.992" v="901" actId="1076"/>
          <ac:spMkLst>
            <pc:docMk/>
            <pc:sldMk cId="1469272351" sldId="285"/>
            <ac:spMk id="70" creationId="{2247B09A-2E1B-4A95-9E81-722A73C12D64}"/>
          </ac:spMkLst>
        </pc:spChg>
        <pc:grpChg chg="add mod">
          <ac:chgData name="PhilKyue Shin" userId="940cabc1da1e877a" providerId="LiveId" clId="{5C7C4A92-9D5C-489B-A33B-18684C09432A}" dt="2019-11-20T02:19:48.220" v="395" actId="164"/>
          <ac:grpSpMkLst>
            <pc:docMk/>
            <pc:sldMk cId="1469272351" sldId="285"/>
            <ac:grpSpMk id="10" creationId="{96457A15-73F6-4265-B9D7-E45501C3FD77}"/>
          </ac:grpSpMkLst>
        </pc:grpChg>
        <pc:grpChg chg="add mod">
          <ac:chgData name="PhilKyue Shin" userId="940cabc1da1e877a" providerId="LiveId" clId="{5C7C4A92-9D5C-489B-A33B-18684C09432A}" dt="2019-11-20T02:19:50.943" v="396" actId="164"/>
          <ac:grpSpMkLst>
            <pc:docMk/>
            <pc:sldMk cId="1469272351" sldId="285"/>
            <ac:grpSpMk id="20" creationId="{B8DE0BC0-7A4E-47ED-8EEE-DF1C175D58F5}"/>
          </ac:grpSpMkLst>
        </pc:grpChg>
        <pc:grpChg chg="add mod">
          <ac:chgData name="PhilKyue Shin" userId="940cabc1da1e877a" providerId="LiveId" clId="{5C7C4A92-9D5C-489B-A33B-18684C09432A}" dt="2019-11-20T02:19:53.452" v="397" actId="164"/>
          <ac:grpSpMkLst>
            <pc:docMk/>
            <pc:sldMk cId="1469272351" sldId="285"/>
            <ac:grpSpMk id="47" creationId="{51C33F5E-847C-4819-BD09-EA462B02477B}"/>
          </ac:grpSpMkLst>
        </pc:grpChg>
        <pc:grpChg chg="add mod">
          <ac:chgData name="PhilKyue Shin" userId="940cabc1da1e877a" providerId="LiveId" clId="{5C7C4A92-9D5C-489B-A33B-18684C09432A}" dt="2019-11-20T02:41:39.739" v="861" actId="1038"/>
          <ac:grpSpMkLst>
            <pc:docMk/>
            <pc:sldMk cId="1469272351" sldId="285"/>
            <ac:grpSpMk id="49" creationId="{98895069-A07C-4020-A758-D4203780A46C}"/>
          </ac:grpSpMkLst>
        </pc:grpChg>
        <pc:grpChg chg="add mod">
          <ac:chgData name="PhilKyue Shin" userId="940cabc1da1e877a" providerId="LiveId" clId="{5C7C4A92-9D5C-489B-A33B-18684C09432A}" dt="2019-11-20T02:41:39.739" v="861" actId="1038"/>
          <ac:grpSpMkLst>
            <pc:docMk/>
            <pc:sldMk cId="1469272351" sldId="285"/>
            <ac:grpSpMk id="50" creationId="{11C527A0-54AC-4A75-BF1A-CE6564602EEC}"/>
          </ac:grpSpMkLst>
        </pc:grpChg>
        <pc:grpChg chg="add mod">
          <ac:chgData name="PhilKyue Shin" userId="940cabc1da1e877a" providerId="LiveId" clId="{5C7C4A92-9D5C-489B-A33B-18684C09432A}" dt="2019-11-20T02:41:39.739" v="861" actId="1038"/>
          <ac:grpSpMkLst>
            <pc:docMk/>
            <pc:sldMk cId="1469272351" sldId="285"/>
            <ac:grpSpMk id="51" creationId="{B773A1C0-1DF9-4F2F-8EB9-DA7C1821DD64}"/>
          </ac:grpSpMkLst>
        </pc:grpChg>
        <pc:grpChg chg="add mod">
          <ac:chgData name="PhilKyue Shin" userId="940cabc1da1e877a" providerId="LiveId" clId="{5C7C4A92-9D5C-489B-A33B-18684C09432A}" dt="2019-11-20T02:41:39.739" v="861" actId="1038"/>
          <ac:grpSpMkLst>
            <pc:docMk/>
            <pc:sldMk cId="1469272351" sldId="285"/>
            <ac:grpSpMk id="54" creationId="{C883D3B5-93B7-400B-9808-864738CABD6E}"/>
          </ac:grpSpMkLst>
        </pc:grpChg>
        <pc:picChg chg="add mod">
          <ac:chgData name="PhilKyue Shin" userId="940cabc1da1e877a" providerId="LiveId" clId="{5C7C4A92-9D5C-489B-A33B-18684C09432A}" dt="2019-11-20T02:12:10.518" v="204" actId="164"/>
          <ac:picMkLst>
            <pc:docMk/>
            <pc:sldMk cId="1469272351" sldId="285"/>
            <ac:picMk id="6" creationId="{5A3EE3CA-AC4B-4B59-BD75-FDFD05A50483}"/>
          </ac:picMkLst>
        </pc:picChg>
        <pc:picChg chg="add mod">
          <ac:chgData name="PhilKyue Shin" userId="940cabc1da1e877a" providerId="LiveId" clId="{5C7C4A92-9D5C-489B-A33B-18684C09432A}" dt="2019-11-20T02:12:10.518" v="204" actId="164"/>
          <ac:picMkLst>
            <pc:docMk/>
            <pc:sldMk cId="1469272351" sldId="285"/>
            <ac:picMk id="7" creationId="{24DB5E90-76F7-4B7F-819E-A2BABF4764AC}"/>
          </ac:picMkLst>
        </pc:picChg>
        <pc:picChg chg="add mod">
          <ac:chgData name="PhilKyue Shin" userId="940cabc1da1e877a" providerId="LiveId" clId="{5C7C4A92-9D5C-489B-A33B-18684C09432A}" dt="2019-11-20T02:12:10.518" v="204" actId="164"/>
          <ac:picMkLst>
            <pc:docMk/>
            <pc:sldMk cId="1469272351" sldId="285"/>
            <ac:picMk id="8" creationId="{19882B37-7AA9-4C47-B17F-8F98FF00F47E}"/>
          </ac:picMkLst>
        </pc:picChg>
        <pc:picChg chg="add mod">
          <ac:chgData name="PhilKyue Shin" userId="940cabc1da1e877a" providerId="LiveId" clId="{5C7C4A92-9D5C-489B-A33B-18684C09432A}" dt="2019-11-20T02:22:07.488" v="452" actId="164"/>
          <ac:picMkLst>
            <pc:docMk/>
            <pc:sldMk cId="1469272351" sldId="285"/>
            <ac:picMk id="12" creationId="{D37C9DEE-7F4D-4FAC-BDB6-63F2E12D249D}"/>
          </ac:picMkLst>
        </pc:picChg>
        <pc:picChg chg="add mod">
          <ac:chgData name="PhilKyue Shin" userId="940cabc1da1e877a" providerId="LiveId" clId="{5C7C4A92-9D5C-489B-A33B-18684C09432A}" dt="2019-11-20T02:19:03.194" v="371" actId="164"/>
          <ac:picMkLst>
            <pc:docMk/>
            <pc:sldMk cId="1469272351" sldId="285"/>
            <ac:picMk id="14" creationId="{B154C1CF-BACB-431D-B693-B1300EFAB672}"/>
          </ac:picMkLst>
        </pc:picChg>
        <pc:picChg chg="add del">
          <ac:chgData name="PhilKyue Shin" userId="940cabc1da1e877a" providerId="LiveId" clId="{5C7C4A92-9D5C-489B-A33B-18684C09432A}" dt="2019-11-20T02:13:51.097" v="223" actId="478"/>
          <ac:picMkLst>
            <pc:docMk/>
            <pc:sldMk cId="1469272351" sldId="285"/>
            <ac:picMk id="15" creationId="{387AF5B3-5478-418E-9F5B-BC4A7D8E6FF7}"/>
          </ac:picMkLst>
        </pc:picChg>
        <pc:picChg chg="add mod">
          <ac:chgData name="PhilKyue Shin" userId="940cabc1da1e877a" providerId="LiveId" clId="{5C7C4A92-9D5C-489B-A33B-18684C09432A}" dt="2019-11-20T02:14:46.857" v="237" actId="164"/>
          <ac:picMkLst>
            <pc:docMk/>
            <pc:sldMk cId="1469272351" sldId="285"/>
            <ac:picMk id="16" creationId="{808F55BF-6513-497E-869D-2CF687A6FED3}"/>
          </ac:picMkLst>
        </pc:picChg>
        <pc:picChg chg="add mod">
          <ac:chgData name="PhilKyue Shin" userId="940cabc1da1e877a" providerId="LiveId" clId="{5C7C4A92-9D5C-489B-A33B-18684C09432A}" dt="2019-11-20T02:14:46.857" v="237" actId="164"/>
          <ac:picMkLst>
            <pc:docMk/>
            <pc:sldMk cId="1469272351" sldId="285"/>
            <ac:picMk id="17" creationId="{761F8DF1-414C-4D7E-A449-53B3228DE9A6}"/>
          </ac:picMkLst>
        </pc:picChg>
        <pc:picChg chg="add mod">
          <ac:chgData name="PhilKyue Shin" userId="940cabc1da1e877a" providerId="LiveId" clId="{5C7C4A92-9D5C-489B-A33B-18684C09432A}" dt="2019-11-20T02:14:46.857" v="237" actId="164"/>
          <ac:picMkLst>
            <pc:docMk/>
            <pc:sldMk cId="1469272351" sldId="285"/>
            <ac:picMk id="18" creationId="{C1DDD9BD-BD51-4FF3-8312-D27EABC12218}"/>
          </ac:picMkLst>
        </pc:picChg>
        <pc:picChg chg="add mod">
          <ac:chgData name="PhilKyue Shin" userId="940cabc1da1e877a" providerId="LiveId" clId="{5C7C4A92-9D5C-489B-A33B-18684C09432A}" dt="2019-11-20T02:19:03.194" v="371" actId="164"/>
          <ac:picMkLst>
            <pc:docMk/>
            <pc:sldMk cId="1469272351" sldId="285"/>
            <ac:picMk id="21" creationId="{9E0836A9-AF32-48E8-A8A5-F000488EC0E2}"/>
          </ac:picMkLst>
        </pc:picChg>
        <pc:cxnChg chg="add del mod">
          <ac:chgData name="PhilKyue Shin" userId="940cabc1da1e877a" providerId="LiveId" clId="{5C7C4A92-9D5C-489B-A33B-18684C09432A}" dt="2019-11-20T02:15:34.602" v="247" actId="478"/>
          <ac:cxnSpMkLst>
            <pc:docMk/>
            <pc:sldMk cId="1469272351" sldId="285"/>
            <ac:cxnSpMk id="23" creationId="{D3A44C6D-3D1B-4B44-B9BC-5D8604C6FC28}"/>
          </ac:cxnSpMkLst>
        </pc:cxnChg>
        <pc:cxnChg chg="add del mod">
          <ac:chgData name="PhilKyue Shin" userId="940cabc1da1e877a" providerId="LiveId" clId="{5C7C4A92-9D5C-489B-A33B-18684C09432A}" dt="2019-11-20T02:16:44.435" v="265" actId="478"/>
          <ac:cxnSpMkLst>
            <pc:docMk/>
            <pc:sldMk cId="1469272351" sldId="285"/>
            <ac:cxnSpMk id="25" creationId="{25CCC729-12D4-4A8B-ABA9-CCDB8C6B439E}"/>
          </ac:cxnSpMkLst>
        </pc:cxnChg>
        <pc:cxnChg chg="add del mod">
          <ac:chgData name="PhilKyue Shin" userId="940cabc1da1e877a" providerId="LiveId" clId="{5C7C4A92-9D5C-489B-A33B-18684C09432A}" dt="2019-11-20T02:16:41.892" v="264" actId="11529"/>
          <ac:cxnSpMkLst>
            <pc:docMk/>
            <pc:sldMk cId="1469272351" sldId="285"/>
            <ac:cxnSpMk id="27" creationId="{5CBAB2B1-FCF6-4B0E-86F8-2CC537FF1A21}"/>
          </ac:cxnSpMkLst>
        </pc:cxnChg>
        <pc:cxnChg chg="add del mod">
          <ac:chgData name="PhilKyue Shin" userId="940cabc1da1e877a" providerId="LiveId" clId="{5C7C4A92-9D5C-489B-A33B-18684C09432A}" dt="2019-11-20T02:16:41.495" v="263" actId="11529"/>
          <ac:cxnSpMkLst>
            <pc:docMk/>
            <pc:sldMk cId="1469272351" sldId="285"/>
            <ac:cxnSpMk id="29" creationId="{739DB7AA-7E9B-46C8-833D-97C1178D0EBE}"/>
          </ac:cxnSpMkLst>
        </pc:cxnChg>
        <pc:cxnChg chg="add del mod">
          <ac:chgData name="PhilKyue Shin" userId="940cabc1da1e877a" providerId="LiveId" clId="{5C7C4A92-9D5C-489B-A33B-18684C09432A}" dt="2019-11-20T02:16:41.314" v="262" actId="11529"/>
          <ac:cxnSpMkLst>
            <pc:docMk/>
            <pc:sldMk cId="1469272351" sldId="285"/>
            <ac:cxnSpMk id="31" creationId="{670B5D87-CEA6-4231-9B0D-1214C919128C}"/>
          </ac:cxnSpMkLst>
        </pc:cxnChg>
        <pc:cxnChg chg="add del mod">
          <ac:chgData name="PhilKyue Shin" userId="940cabc1da1e877a" providerId="LiveId" clId="{5C7C4A92-9D5C-489B-A33B-18684C09432A}" dt="2019-11-20T02:16:41.157" v="261" actId="11529"/>
          <ac:cxnSpMkLst>
            <pc:docMk/>
            <pc:sldMk cId="1469272351" sldId="285"/>
            <ac:cxnSpMk id="33" creationId="{C63E607A-9784-4A74-84C0-F67D475E136E}"/>
          </ac:cxnSpMkLst>
        </pc:cxnChg>
        <pc:cxnChg chg="add del mod">
          <ac:chgData name="PhilKyue Shin" userId="940cabc1da1e877a" providerId="LiveId" clId="{5C7C4A92-9D5C-489B-A33B-18684C09432A}" dt="2019-11-20T02:16:41.001" v="260" actId="11529"/>
          <ac:cxnSpMkLst>
            <pc:docMk/>
            <pc:sldMk cId="1469272351" sldId="285"/>
            <ac:cxnSpMk id="35" creationId="{D2108623-4E0A-405E-BB40-4379A62CCCA5}"/>
          </ac:cxnSpMkLst>
        </pc:cxnChg>
        <pc:cxnChg chg="add del mod">
          <ac:chgData name="PhilKyue Shin" userId="940cabc1da1e877a" providerId="LiveId" clId="{5C7C4A92-9D5C-489B-A33B-18684C09432A}" dt="2019-11-20T02:16:40.888" v="259" actId="11529"/>
          <ac:cxnSpMkLst>
            <pc:docMk/>
            <pc:sldMk cId="1469272351" sldId="285"/>
            <ac:cxnSpMk id="37" creationId="{849FE401-884F-4A8A-98A4-5C17DB347091}"/>
          </ac:cxnSpMkLst>
        </pc:cxnChg>
        <pc:cxnChg chg="add del mod">
          <ac:chgData name="PhilKyue Shin" userId="940cabc1da1e877a" providerId="LiveId" clId="{5C7C4A92-9D5C-489B-A33B-18684C09432A}" dt="2019-11-20T02:16:40.677" v="258" actId="11529"/>
          <ac:cxnSpMkLst>
            <pc:docMk/>
            <pc:sldMk cId="1469272351" sldId="285"/>
            <ac:cxnSpMk id="39" creationId="{3DA35ED8-70F0-4A54-89C2-AAD3F424DF0C}"/>
          </ac:cxnSpMkLst>
        </pc:cxnChg>
        <pc:cxnChg chg="add del mod">
          <ac:chgData name="PhilKyue Shin" userId="940cabc1da1e877a" providerId="LiveId" clId="{5C7C4A92-9D5C-489B-A33B-18684C09432A}" dt="2019-11-20T02:16:40.513" v="257" actId="11529"/>
          <ac:cxnSpMkLst>
            <pc:docMk/>
            <pc:sldMk cId="1469272351" sldId="285"/>
            <ac:cxnSpMk id="41" creationId="{74E666FB-CC80-45FC-88E6-621C182935EF}"/>
          </ac:cxnSpMkLst>
        </pc:cxnChg>
      </pc:sldChg>
      <pc:sldChg chg="modSp">
        <pc:chgData name="PhilKyue Shin" userId="940cabc1da1e877a" providerId="LiveId" clId="{5C7C4A92-9D5C-489B-A33B-18684C09432A}" dt="2019-11-20T05:19:01.839" v="5629"/>
        <pc:sldMkLst>
          <pc:docMk/>
          <pc:sldMk cId="2731486364" sldId="286"/>
        </pc:sldMkLst>
        <pc:spChg chg="mod">
          <ac:chgData name="PhilKyue Shin" userId="940cabc1da1e877a" providerId="LiveId" clId="{5C7C4A92-9D5C-489B-A33B-18684C09432A}" dt="2019-11-20T04:48:38.120" v="4897" actId="20577"/>
          <ac:spMkLst>
            <pc:docMk/>
            <pc:sldMk cId="2731486364" sldId="286"/>
            <ac:spMk id="2" creationId="{BDD94ADC-A893-47EE-B585-50D97DDBE65D}"/>
          </ac:spMkLst>
        </pc:spChg>
        <pc:spChg chg="mod">
          <ac:chgData name="PhilKyue Shin" userId="940cabc1da1e877a" providerId="LiveId" clId="{5C7C4A92-9D5C-489B-A33B-18684C09432A}" dt="2019-11-20T05:07:26.230" v="5494"/>
          <ac:spMkLst>
            <pc:docMk/>
            <pc:sldMk cId="2731486364" sldId="286"/>
            <ac:spMk id="3" creationId="{31FCABAC-B61C-4C74-8853-F191B179D24A}"/>
          </ac:spMkLst>
        </pc:spChg>
        <pc:graphicFrameChg chg="mod">
          <ac:chgData name="PhilKyue Shin" userId="940cabc1da1e877a" providerId="LiveId" clId="{5C7C4A92-9D5C-489B-A33B-18684C09432A}" dt="2019-11-20T05:19:01.839" v="5629"/>
          <ac:graphicFrameMkLst>
            <pc:docMk/>
            <pc:sldMk cId="2731486364" sldId="286"/>
            <ac:graphicFrameMk id="6" creationId="{74BE1846-B13A-496C-ACEC-8875980BED5A}"/>
          </ac:graphicFrameMkLst>
        </pc:graphicFrameChg>
      </pc:sldChg>
      <pc:sldChg chg="addSp delSp modSp">
        <pc:chgData name="PhilKyue Shin" userId="940cabc1da1e877a" providerId="LiveId" clId="{5C7C4A92-9D5C-489B-A33B-18684C09432A}" dt="2019-11-20T05:17:25.955" v="5613"/>
        <pc:sldMkLst>
          <pc:docMk/>
          <pc:sldMk cId="1763296538" sldId="287"/>
        </pc:sldMkLst>
        <pc:spChg chg="mod">
          <ac:chgData name="PhilKyue Shin" userId="940cabc1da1e877a" providerId="LiveId" clId="{5C7C4A92-9D5C-489B-A33B-18684C09432A}" dt="2019-11-20T04:48:39.853" v="4898" actId="20577"/>
          <ac:spMkLst>
            <pc:docMk/>
            <pc:sldMk cId="1763296538" sldId="287"/>
            <ac:spMk id="2" creationId="{BDD94ADC-A893-47EE-B585-50D97DDBE65D}"/>
          </ac:spMkLst>
        </pc:spChg>
        <pc:spChg chg="mod">
          <ac:chgData name="PhilKyue Shin" userId="940cabc1da1e877a" providerId="LiveId" clId="{5C7C4A92-9D5C-489B-A33B-18684C09432A}" dt="2019-11-20T05:08:36.116" v="5549" actId="20577"/>
          <ac:spMkLst>
            <pc:docMk/>
            <pc:sldMk cId="1763296538" sldId="287"/>
            <ac:spMk id="3" creationId="{31FCABAC-B61C-4C74-8853-F191B179D24A}"/>
          </ac:spMkLst>
        </pc:spChg>
        <pc:graphicFrameChg chg="mod modGraphic">
          <ac:chgData name="PhilKyue Shin" userId="940cabc1da1e877a" providerId="LiveId" clId="{5C7C4A92-9D5C-489B-A33B-18684C09432A}" dt="2019-11-20T05:17:25.955" v="5613"/>
          <ac:graphicFrameMkLst>
            <pc:docMk/>
            <pc:sldMk cId="1763296538" sldId="287"/>
            <ac:graphicFrameMk id="5" creationId="{19A121C0-0A9A-4E5E-B082-379CD82A77B0}"/>
          </ac:graphicFrameMkLst>
        </pc:graphicFrameChg>
        <pc:picChg chg="add del mod">
          <ac:chgData name="PhilKyue Shin" userId="940cabc1da1e877a" providerId="LiveId" clId="{5C7C4A92-9D5C-489B-A33B-18684C09432A}" dt="2019-11-20T04:58:54.519" v="5220" actId="478"/>
          <ac:picMkLst>
            <pc:docMk/>
            <pc:sldMk cId="1763296538" sldId="287"/>
            <ac:picMk id="6" creationId="{E28F3E07-061C-4808-A881-CC4C4D16D93C}"/>
          </ac:picMkLst>
        </pc:picChg>
        <pc:picChg chg="add del mod">
          <ac:chgData name="PhilKyue Shin" userId="940cabc1da1e877a" providerId="LiveId" clId="{5C7C4A92-9D5C-489B-A33B-18684C09432A}" dt="2019-11-20T04:58:55.155" v="5221" actId="478"/>
          <ac:picMkLst>
            <pc:docMk/>
            <pc:sldMk cId="1763296538" sldId="287"/>
            <ac:picMk id="7" creationId="{696A8831-0BCA-440B-A595-4EA40DC0C9C0}"/>
          </ac:picMkLst>
        </pc:picChg>
        <pc:picChg chg="del mod">
          <ac:chgData name="PhilKyue Shin" userId="940cabc1da1e877a" providerId="LiveId" clId="{5C7C4A92-9D5C-489B-A33B-18684C09432A}" dt="2019-11-20T04:47:22.575" v="4879" actId="478"/>
          <ac:picMkLst>
            <pc:docMk/>
            <pc:sldMk cId="1763296538" sldId="287"/>
            <ac:picMk id="8" creationId="{E1C96FEB-B4DE-4A15-AAA9-41D743B41A41}"/>
          </ac:picMkLst>
        </pc:picChg>
        <pc:picChg chg="del mod">
          <ac:chgData name="PhilKyue Shin" userId="940cabc1da1e877a" providerId="LiveId" clId="{5C7C4A92-9D5C-489B-A33B-18684C09432A}" dt="2019-11-20T04:47:23.832" v="4881" actId="478"/>
          <ac:picMkLst>
            <pc:docMk/>
            <pc:sldMk cId="1763296538" sldId="287"/>
            <ac:picMk id="9" creationId="{E147BA76-5CE1-417E-A5E5-2268C267A345}"/>
          </ac:picMkLst>
        </pc:picChg>
        <pc:picChg chg="add del mod modCrop">
          <ac:chgData name="PhilKyue Shin" userId="940cabc1da1e877a" providerId="LiveId" clId="{5C7C4A92-9D5C-489B-A33B-18684C09432A}" dt="2019-11-20T04:47:23.204" v="4880" actId="478"/>
          <ac:picMkLst>
            <pc:docMk/>
            <pc:sldMk cId="1763296538" sldId="287"/>
            <ac:picMk id="10" creationId="{E60605D3-B14E-424B-AC80-23B0988AF219}"/>
          </ac:picMkLst>
        </pc:picChg>
        <pc:picChg chg="add del mod">
          <ac:chgData name="PhilKyue Shin" userId="940cabc1da1e877a" providerId="LiveId" clId="{5C7C4A92-9D5C-489B-A33B-18684C09432A}" dt="2019-11-20T05:09:44.471" v="5582" actId="478"/>
          <ac:picMkLst>
            <pc:docMk/>
            <pc:sldMk cId="1763296538" sldId="287"/>
            <ac:picMk id="11" creationId="{0DB0C722-62A2-4171-92D4-D20C31E9B00E}"/>
          </ac:picMkLst>
        </pc:picChg>
        <pc:picChg chg="add del mod">
          <ac:chgData name="PhilKyue Shin" userId="940cabc1da1e877a" providerId="LiveId" clId="{5C7C4A92-9D5C-489B-A33B-18684C09432A}" dt="2019-11-20T05:14:39.568" v="5588" actId="478"/>
          <ac:picMkLst>
            <pc:docMk/>
            <pc:sldMk cId="1763296538" sldId="287"/>
            <ac:picMk id="12" creationId="{149717B4-2589-4506-A00B-26CB5DFCEFED}"/>
          </ac:picMkLst>
        </pc:picChg>
        <pc:picChg chg="add del mod">
          <ac:chgData name="PhilKyue Shin" userId="940cabc1da1e877a" providerId="LiveId" clId="{5C7C4A92-9D5C-489B-A33B-18684C09432A}" dt="2019-11-20T05:14:54.358" v="5593" actId="478"/>
          <ac:picMkLst>
            <pc:docMk/>
            <pc:sldMk cId="1763296538" sldId="287"/>
            <ac:picMk id="13" creationId="{E4790038-0757-4083-B9A1-F6010EC611B9}"/>
          </ac:picMkLst>
        </pc:picChg>
        <pc:picChg chg="add mod">
          <ac:chgData name="PhilKyue Shin" userId="940cabc1da1e877a" providerId="LiveId" clId="{5C7C4A92-9D5C-489B-A33B-18684C09432A}" dt="2019-11-20T05:15:22.160" v="5599" actId="1076"/>
          <ac:picMkLst>
            <pc:docMk/>
            <pc:sldMk cId="1763296538" sldId="287"/>
            <ac:picMk id="14" creationId="{0B6F786F-0E58-4E5F-AFCC-C1A323B7A1AD}"/>
          </ac:picMkLst>
        </pc:picChg>
        <pc:picChg chg="add mod">
          <ac:chgData name="PhilKyue Shin" userId="940cabc1da1e877a" providerId="LiveId" clId="{5C7C4A92-9D5C-489B-A33B-18684C09432A}" dt="2019-11-20T05:15:32.589" v="5603" actId="1076"/>
          <ac:picMkLst>
            <pc:docMk/>
            <pc:sldMk cId="1763296538" sldId="287"/>
            <ac:picMk id="15" creationId="{15C168CC-8094-4A1A-A323-12D290E5DEE1}"/>
          </ac:picMkLst>
        </pc:picChg>
      </pc:sldChg>
      <pc:sldChg chg="delSp modSp">
        <pc:chgData name="PhilKyue Shin" userId="940cabc1da1e877a" providerId="LiveId" clId="{5C7C4A92-9D5C-489B-A33B-18684C09432A}" dt="2019-11-20T04:11:08.176" v="2685" actId="20577"/>
        <pc:sldMkLst>
          <pc:docMk/>
          <pc:sldMk cId="694677153" sldId="288"/>
        </pc:sldMkLst>
        <pc:spChg chg="mod">
          <ac:chgData name="PhilKyue Shin" userId="940cabc1da1e877a" providerId="LiveId" clId="{5C7C4A92-9D5C-489B-A33B-18684C09432A}" dt="2019-11-20T03:03:29.222" v="1729"/>
          <ac:spMkLst>
            <pc:docMk/>
            <pc:sldMk cId="694677153" sldId="288"/>
            <ac:spMk id="2" creationId="{064E7352-A506-450F-B308-4137749BEF5C}"/>
          </ac:spMkLst>
        </pc:spChg>
        <pc:spChg chg="mod">
          <ac:chgData name="PhilKyue Shin" userId="940cabc1da1e877a" providerId="LiveId" clId="{5C7C4A92-9D5C-489B-A33B-18684C09432A}" dt="2019-11-20T04:11:08.176" v="2685" actId="20577"/>
          <ac:spMkLst>
            <pc:docMk/>
            <pc:sldMk cId="694677153" sldId="288"/>
            <ac:spMk id="3" creationId="{9BFD9D4B-4C4C-4B43-A7BE-B0133B7F343F}"/>
          </ac:spMkLst>
        </pc:spChg>
        <pc:spChg chg="mod">
          <ac:chgData name="PhilKyue Shin" userId="940cabc1da1e877a" providerId="LiveId" clId="{5C7C4A92-9D5C-489B-A33B-18684C09432A}" dt="2019-11-20T02:47:44.391" v="920" actId="14100"/>
          <ac:spMkLst>
            <pc:docMk/>
            <pc:sldMk cId="694677153" sldId="288"/>
            <ac:spMk id="6" creationId="{F9FB12E5-90D8-4D3F-94FB-9624FFB3C8EB}"/>
          </ac:spMkLst>
        </pc:spChg>
        <pc:spChg chg="mod">
          <ac:chgData name="PhilKyue Shin" userId="940cabc1da1e877a" providerId="LiveId" clId="{5C7C4A92-9D5C-489B-A33B-18684C09432A}" dt="2019-11-20T03:26:01.193" v="1926"/>
          <ac:spMkLst>
            <pc:docMk/>
            <pc:sldMk cId="694677153" sldId="288"/>
            <ac:spMk id="8" creationId="{0E9564EE-94F1-48FC-8C52-029547246B46}"/>
          </ac:spMkLst>
        </pc:spChg>
        <pc:spChg chg="del">
          <ac:chgData name="PhilKyue Shin" userId="940cabc1da1e877a" providerId="LiveId" clId="{5C7C4A92-9D5C-489B-A33B-18684C09432A}" dt="2019-11-20T02:47:25.596" v="917" actId="478"/>
          <ac:spMkLst>
            <pc:docMk/>
            <pc:sldMk cId="694677153" sldId="288"/>
            <ac:spMk id="9" creationId="{2EB5E9BC-656D-4097-888A-6975298A287A}"/>
          </ac:spMkLst>
        </pc:spChg>
        <pc:spChg chg="mod">
          <ac:chgData name="PhilKyue Shin" userId="940cabc1da1e877a" providerId="LiveId" clId="{5C7C4A92-9D5C-489B-A33B-18684C09432A}" dt="2019-11-20T04:10:44.495" v="2648" actId="20577"/>
          <ac:spMkLst>
            <pc:docMk/>
            <pc:sldMk cId="694677153" sldId="288"/>
            <ac:spMk id="16" creationId="{20BD4957-07A2-4DFE-AD31-0990FDE393CA}"/>
          </ac:spMkLst>
        </pc:spChg>
        <pc:spChg chg="mod">
          <ac:chgData name="PhilKyue Shin" userId="940cabc1da1e877a" providerId="LiveId" clId="{5C7C4A92-9D5C-489B-A33B-18684C09432A}" dt="2019-11-20T02:51:47.392" v="1114" actId="20577"/>
          <ac:spMkLst>
            <pc:docMk/>
            <pc:sldMk cId="694677153" sldId="288"/>
            <ac:spMk id="28" creationId="{E5D3C7E5-B90D-40FD-AE76-EC49476A101F}"/>
          </ac:spMkLst>
        </pc:spChg>
        <pc:spChg chg="mod">
          <ac:chgData name="PhilKyue Shin" userId="940cabc1da1e877a" providerId="LiveId" clId="{5C7C4A92-9D5C-489B-A33B-18684C09432A}" dt="2019-11-20T03:26:03.398" v="1930"/>
          <ac:spMkLst>
            <pc:docMk/>
            <pc:sldMk cId="694677153" sldId="288"/>
            <ac:spMk id="30" creationId="{8C9F0482-48F1-4CF4-87DF-2B782E25D22F}"/>
          </ac:spMkLst>
        </pc:spChg>
        <pc:spChg chg="del">
          <ac:chgData name="PhilKyue Shin" userId="940cabc1da1e877a" providerId="LiveId" clId="{5C7C4A92-9D5C-489B-A33B-18684C09432A}" dt="2019-11-20T02:47:28.785" v="918" actId="478"/>
          <ac:spMkLst>
            <pc:docMk/>
            <pc:sldMk cId="694677153" sldId="288"/>
            <ac:spMk id="31" creationId="{24E8E284-3C8F-4484-B670-A2ED190BC64C}"/>
          </ac:spMkLst>
        </pc:spChg>
        <pc:spChg chg="mod">
          <ac:chgData name="PhilKyue Shin" userId="940cabc1da1e877a" providerId="LiveId" clId="{5C7C4A92-9D5C-489B-A33B-18684C09432A}" dt="2019-11-20T02:47:17.646" v="914" actId="20577"/>
          <ac:spMkLst>
            <pc:docMk/>
            <pc:sldMk cId="694677153" sldId="288"/>
            <ac:spMk id="35" creationId="{56D1B50F-5712-4542-ACDD-DCD88728F7F5}"/>
          </ac:spMkLst>
        </pc:spChg>
        <pc:spChg chg="mod">
          <ac:chgData name="PhilKyue Shin" userId="940cabc1da1e877a" providerId="LiveId" clId="{5C7C4A92-9D5C-489B-A33B-18684C09432A}" dt="2019-11-20T02:47:19.278" v="915" actId="20577"/>
          <ac:spMkLst>
            <pc:docMk/>
            <pc:sldMk cId="694677153" sldId="288"/>
            <ac:spMk id="36" creationId="{F6E0BFDA-2D5E-48C3-91A7-DC7BD4F825FD}"/>
          </ac:spMkLst>
        </pc:spChg>
        <pc:spChg chg="mod">
          <ac:chgData name="PhilKyue Shin" userId="940cabc1da1e877a" providerId="LiveId" clId="{5C7C4A92-9D5C-489B-A33B-18684C09432A}" dt="2019-11-20T04:10:46.342" v="2649" actId="20577"/>
          <ac:spMkLst>
            <pc:docMk/>
            <pc:sldMk cId="694677153" sldId="288"/>
            <ac:spMk id="38" creationId="{C4359969-7667-42F6-BC9E-347D589963AA}"/>
          </ac:spMkLst>
        </pc:spChg>
        <pc:grpChg chg="mod">
          <ac:chgData name="PhilKyue Shin" userId="940cabc1da1e877a" providerId="LiveId" clId="{5C7C4A92-9D5C-489B-A33B-18684C09432A}" dt="2019-11-20T03:24:54.716" v="1894" actId="1076"/>
          <ac:grpSpMkLst>
            <pc:docMk/>
            <pc:sldMk cId="694677153" sldId="288"/>
            <ac:grpSpMk id="40" creationId="{8B26A5C6-9BED-4001-B130-696597665735}"/>
          </ac:grpSpMkLst>
        </pc:grpChg>
        <pc:grpChg chg="del">
          <ac:chgData name="PhilKyue Shin" userId="940cabc1da1e877a" providerId="LiveId" clId="{5C7C4A92-9D5C-489B-A33B-18684C09432A}" dt="2019-11-20T02:47:00.618" v="909" actId="478"/>
          <ac:grpSpMkLst>
            <pc:docMk/>
            <pc:sldMk cId="694677153" sldId="288"/>
            <ac:grpSpMk id="42" creationId="{A7298B2C-7714-45F3-83BB-05054DEA4164}"/>
          </ac:grpSpMkLst>
        </pc:grpChg>
        <pc:grpChg chg="mod">
          <ac:chgData name="PhilKyue Shin" userId="940cabc1da1e877a" providerId="LiveId" clId="{5C7C4A92-9D5C-489B-A33B-18684C09432A}" dt="2019-11-20T03:24:54.716" v="1894" actId="1076"/>
          <ac:grpSpMkLst>
            <pc:docMk/>
            <pc:sldMk cId="694677153" sldId="288"/>
            <ac:grpSpMk id="45" creationId="{6EECB7D5-5BB7-48AE-8853-DD31B96C7CFC}"/>
          </ac:grpSpMkLst>
        </pc:grpChg>
      </pc:sldChg>
      <pc:sldChg chg="modSp">
        <pc:chgData name="PhilKyue Shin" userId="940cabc1da1e877a" providerId="LiveId" clId="{5C7C4A92-9D5C-489B-A33B-18684C09432A}" dt="2019-11-20T03:34:38.155" v="2425" actId="20577"/>
        <pc:sldMkLst>
          <pc:docMk/>
          <pc:sldMk cId="3701576668" sldId="289"/>
        </pc:sldMkLst>
        <pc:spChg chg="mod">
          <ac:chgData name="PhilKyue Shin" userId="940cabc1da1e877a" providerId="LiveId" clId="{5C7C4A92-9D5C-489B-A33B-18684C09432A}" dt="2019-11-20T03:34:38.155" v="2425" actId="20577"/>
          <ac:spMkLst>
            <pc:docMk/>
            <pc:sldMk cId="3701576668" sldId="289"/>
            <ac:spMk id="2" creationId="{76535008-E8DC-4614-9FE8-04FAF2A2CD59}"/>
          </ac:spMkLst>
        </pc:spChg>
        <pc:spChg chg="mod">
          <ac:chgData name="PhilKyue Shin" userId="940cabc1da1e877a" providerId="LiveId" clId="{5C7C4A92-9D5C-489B-A33B-18684C09432A}" dt="2019-11-20T03:31:36.202" v="2154" actId="15"/>
          <ac:spMkLst>
            <pc:docMk/>
            <pc:sldMk cId="3701576668" sldId="289"/>
            <ac:spMk id="3" creationId="{A50F9B9C-F993-4C2F-B8A0-B0C2B4C729B9}"/>
          </ac:spMkLst>
        </pc:spChg>
      </pc:sldChg>
      <pc:sldChg chg="modSp">
        <pc:chgData name="PhilKyue Shin" userId="940cabc1da1e877a" providerId="LiveId" clId="{5C7C4A92-9D5C-489B-A33B-18684C09432A}" dt="2019-11-20T03:34:40.491" v="2428"/>
        <pc:sldMkLst>
          <pc:docMk/>
          <pc:sldMk cId="1098252147" sldId="290"/>
        </pc:sldMkLst>
        <pc:spChg chg="mod">
          <ac:chgData name="PhilKyue Shin" userId="940cabc1da1e877a" providerId="LiveId" clId="{5C7C4A92-9D5C-489B-A33B-18684C09432A}" dt="2019-11-20T03:34:40.491" v="2428"/>
          <ac:spMkLst>
            <pc:docMk/>
            <pc:sldMk cId="1098252147" sldId="290"/>
            <ac:spMk id="2" creationId="{76535008-E8DC-4614-9FE8-04FAF2A2CD59}"/>
          </ac:spMkLst>
        </pc:spChg>
        <pc:spChg chg="mod">
          <ac:chgData name="PhilKyue Shin" userId="940cabc1da1e877a" providerId="LiveId" clId="{5C7C4A92-9D5C-489B-A33B-18684C09432A}" dt="2019-11-20T03:31:58.048" v="2156" actId="20577"/>
          <ac:spMkLst>
            <pc:docMk/>
            <pc:sldMk cId="1098252147" sldId="290"/>
            <ac:spMk id="3" creationId="{A50F9B9C-F993-4C2F-B8A0-B0C2B4C729B9}"/>
          </ac:spMkLst>
        </pc:spChg>
      </pc:sldChg>
      <pc:sldChg chg="modSp add del">
        <pc:chgData name="PhilKyue Shin" userId="940cabc1da1e877a" providerId="LiveId" clId="{5C7C4A92-9D5C-489B-A33B-18684C09432A}" dt="2019-11-20T02:51:22.984" v="1094" actId="47"/>
        <pc:sldMkLst>
          <pc:docMk/>
          <pc:sldMk cId="1644027022" sldId="291"/>
        </pc:sldMkLst>
        <pc:spChg chg="mod">
          <ac:chgData name="PhilKyue Shin" userId="940cabc1da1e877a" providerId="LiveId" clId="{5C7C4A92-9D5C-489B-A33B-18684C09432A}" dt="2019-11-20T02:51:15.341" v="1093"/>
          <ac:spMkLst>
            <pc:docMk/>
            <pc:sldMk cId="1644027022" sldId="291"/>
            <ac:spMk id="3" creationId="{5039FC11-5CB1-4ACF-B746-C01612FA9947}"/>
          </ac:spMkLst>
        </pc:spChg>
      </pc:sldChg>
      <pc:sldChg chg="addSp delSp modSp add">
        <pc:chgData name="PhilKyue Shin" userId="940cabc1da1e877a" providerId="LiveId" clId="{5C7C4A92-9D5C-489B-A33B-18684C09432A}" dt="2019-11-20T04:49:00.810" v="4916"/>
        <pc:sldMkLst>
          <pc:docMk/>
          <pc:sldMk cId="2709123694" sldId="292"/>
        </pc:sldMkLst>
        <pc:spChg chg="mod">
          <ac:chgData name="PhilKyue Shin" userId="940cabc1da1e877a" providerId="LiveId" clId="{5C7C4A92-9D5C-489B-A33B-18684C09432A}" dt="2019-11-20T03:27:17.268" v="1986" actId="20577"/>
          <ac:spMkLst>
            <pc:docMk/>
            <pc:sldMk cId="2709123694" sldId="292"/>
            <ac:spMk id="2" creationId="{064E7352-A506-450F-B308-4137749BEF5C}"/>
          </ac:spMkLst>
        </pc:spChg>
        <pc:spChg chg="del mod">
          <ac:chgData name="PhilKyue Shin" userId="940cabc1da1e877a" providerId="LiveId" clId="{5C7C4A92-9D5C-489B-A33B-18684C09432A}" dt="2019-11-20T03:03:46.622" v="1732" actId="478"/>
          <ac:spMkLst>
            <pc:docMk/>
            <pc:sldMk cId="2709123694" sldId="292"/>
            <ac:spMk id="3" creationId="{9BFD9D4B-4C4C-4B43-A7BE-B0133B7F343F}"/>
          </ac:spMkLst>
        </pc:spChg>
        <pc:spChg chg="mod">
          <ac:chgData name="PhilKyue Shin" userId="940cabc1da1e877a" providerId="LiveId" clId="{5C7C4A92-9D5C-489B-A33B-18684C09432A}" dt="2019-11-20T03:26:59.916" v="1984" actId="14100"/>
          <ac:spMkLst>
            <pc:docMk/>
            <pc:sldMk cId="2709123694" sldId="292"/>
            <ac:spMk id="18" creationId="{301A6679-EFB5-46BB-8783-6D55EB623E2F}"/>
          </ac:spMkLst>
        </pc:spChg>
        <pc:spChg chg="mod">
          <ac:chgData name="PhilKyue Shin" userId="940cabc1da1e877a" providerId="LiveId" clId="{5C7C4A92-9D5C-489B-A33B-18684C09432A}" dt="2019-11-20T03:26:30.881" v="1941"/>
          <ac:spMkLst>
            <pc:docMk/>
            <pc:sldMk cId="2709123694" sldId="292"/>
            <ac:spMk id="21" creationId="{055F14C2-4B85-45D9-9642-FCD9EA24399D}"/>
          </ac:spMkLst>
        </pc:spChg>
        <pc:spChg chg="mod">
          <ac:chgData name="PhilKyue Shin" userId="940cabc1da1e877a" providerId="LiveId" clId="{5C7C4A92-9D5C-489B-A33B-18684C09432A}" dt="2019-11-20T04:49:00.810" v="4916"/>
          <ac:spMkLst>
            <pc:docMk/>
            <pc:sldMk cId="2709123694" sldId="292"/>
            <ac:spMk id="22" creationId="{2BB895E7-ED75-4ECD-925D-69CF7B23F514}"/>
          </ac:spMkLst>
        </pc:spChg>
        <pc:spChg chg="del">
          <ac:chgData name="PhilKyue Shin" userId="940cabc1da1e877a" providerId="LiveId" clId="{5C7C4A92-9D5C-489B-A33B-18684C09432A}" dt="2019-11-20T03:26:18.923" v="1931" actId="478"/>
          <ac:spMkLst>
            <pc:docMk/>
            <pc:sldMk cId="2709123694" sldId="292"/>
            <ac:spMk id="24" creationId="{773CFC5E-E200-4FD5-B7F2-FB5FD07DCFE5}"/>
          </ac:spMkLst>
        </pc:spChg>
        <pc:spChg chg="del">
          <ac:chgData name="PhilKyue Shin" userId="940cabc1da1e877a" providerId="LiveId" clId="{5C7C4A92-9D5C-489B-A33B-18684C09432A}" dt="2019-11-20T03:26:26.883" v="1933" actId="478"/>
          <ac:spMkLst>
            <pc:docMk/>
            <pc:sldMk cId="2709123694" sldId="292"/>
            <ac:spMk id="25" creationId="{75A783B1-B7E0-4C27-939E-2BD124EE41AB}"/>
          </ac:spMkLst>
        </pc:spChg>
        <pc:spChg chg="del">
          <ac:chgData name="PhilKyue Shin" userId="940cabc1da1e877a" providerId="LiveId" clId="{5C7C4A92-9D5C-489B-A33B-18684C09432A}" dt="2019-11-20T03:26:25.640" v="1932" actId="478"/>
          <ac:spMkLst>
            <pc:docMk/>
            <pc:sldMk cId="2709123694" sldId="292"/>
            <ac:spMk id="26" creationId="{8A7D720E-2995-4DE0-9989-1EB2E90D41A3}"/>
          </ac:spMkLst>
        </pc:spChg>
        <pc:spChg chg="mod">
          <ac:chgData name="PhilKyue Shin" userId="940cabc1da1e877a" providerId="LiveId" clId="{5C7C4A92-9D5C-489B-A33B-18684C09432A}" dt="2019-11-20T02:48:33.511" v="938"/>
          <ac:spMkLst>
            <pc:docMk/>
            <pc:sldMk cId="2709123694" sldId="292"/>
            <ac:spMk id="46" creationId="{2C808E1F-9409-424D-A0AE-54BD04790FC6}"/>
          </ac:spMkLst>
        </pc:spChg>
        <pc:spChg chg="mod">
          <ac:chgData name="PhilKyue Shin" userId="940cabc1da1e877a" providerId="LiveId" clId="{5C7C4A92-9D5C-489B-A33B-18684C09432A}" dt="2019-11-20T02:48:39.608" v="947"/>
          <ac:spMkLst>
            <pc:docMk/>
            <pc:sldMk cId="2709123694" sldId="292"/>
            <ac:spMk id="50" creationId="{5975B58D-7FCD-44BF-B95B-27CDC3FF15B9}"/>
          </ac:spMkLst>
        </pc:spChg>
        <pc:spChg chg="mod">
          <ac:chgData name="PhilKyue Shin" userId="940cabc1da1e877a" providerId="LiveId" clId="{5C7C4A92-9D5C-489B-A33B-18684C09432A}" dt="2019-11-20T04:10:41.695" v="2647" actId="20577"/>
          <ac:spMkLst>
            <pc:docMk/>
            <pc:sldMk cId="2709123694" sldId="292"/>
            <ac:spMk id="54" creationId="{52D8248F-B424-4DE7-8A57-0806461E320F}"/>
          </ac:spMkLst>
        </pc:spChg>
        <pc:grpChg chg="del">
          <ac:chgData name="PhilKyue Shin" userId="940cabc1da1e877a" providerId="LiveId" clId="{5C7C4A92-9D5C-489B-A33B-18684C09432A}" dt="2019-11-20T03:26:25.640" v="1932" actId="478"/>
          <ac:grpSpMkLst>
            <pc:docMk/>
            <pc:sldMk cId="2709123694" sldId="292"/>
            <ac:grpSpMk id="23" creationId="{4F6FB113-86C4-4C27-9DD8-BF0AE56EAECC}"/>
          </ac:grpSpMkLst>
        </pc:grpChg>
        <pc:grpChg chg="del mod">
          <ac:chgData name="PhilKyue Shin" userId="940cabc1da1e877a" providerId="LiveId" clId="{5C7C4A92-9D5C-489B-A33B-18684C09432A}" dt="2019-11-20T02:48:20.124" v="932" actId="478"/>
          <ac:grpSpMkLst>
            <pc:docMk/>
            <pc:sldMk cId="2709123694" sldId="292"/>
            <ac:grpSpMk id="40" creationId="{8B26A5C6-9BED-4001-B130-696597665735}"/>
          </ac:grpSpMkLst>
        </pc:grpChg>
        <pc:grpChg chg="add del mod">
          <ac:chgData name="PhilKyue Shin" userId="940cabc1da1e877a" providerId="LiveId" clId="{5C7C4A92-9D5C-489B-A33B-18684C09432A}" dt="2019-11-20T03:37:18.200" v="2444" actId="1035"/>
          <ac:grpSpMkLst>
            <pc:docMk/>
            <pc:sldMk cId="2709123694" sldId="292"/>
            <ac:grpSpMk id="42" creationId="{A7298B2C-7714-45F3-83BB-05054DEA4164}"/>
          </ac:grpSpMkLst>
        </pc:grpChg>
        <pc:grpChg chg="add mod">
          <ac:chgData name="PhilKyue Shin" userId="940cabc1da1e877a" providerId="LiveId" clId="{5C7C4A92-9D5C-489B-A33B-18684C09432A}" dt="2019-11-20T03:37:18.200" v="2444" actId="1035"/>
          <ac:grpSpMkLst>
            <pc:docMk/>
            <pc:sldMk cId="2709123694" sldId="292"/>
            <ac:grpSpMk id="43" creationId="{EFB0CA62-396F-4785-9B91-C4013F99D401}"/>
          </ac:grpSpMkLst>
        </pc:grpChg>
        <pc:grpChg chg="add del">
          <ac:chgData name="PhilKyue Shin" userId="940cabc1da1e877a" providerId="LiveId" clId="{5C7C4A92-9D5C-489B-A33B-18684C09432A}" dt="2019-11-20T02:48:18.435" v="931" actId="478"/>
          <ac:grpSpMkLst>
            <pc:docMk/>
            <pc:sldMk cId="2709123694" sldId="292"/>
            <ac:grpSpMk id="45" creationId="{6EECB7D5-5BB7-48AE-8853-DD31B96C7CFC}"/>
          </ac:grpSpMkLst>
        </pc:grpChg>
        <pc:grpChg chg="mod">
          <ac:chgData name="PhilKyue Shin" userId="940cabc1da1e877a" providerId="LiveId" clId="{5C7C4A92-9D5C-489B-A33B-18684C09432A}" dt="2019-11-20T02:48:25.213" v="934"/>
          <ac:grpSpMkLst>
            <pc:docMk/>
            <pc:sldMk cId="2709123694" sldId="292"/>
            <ac:grpSpMk id="47" creationId="{34C5C34E-DF07-43D7-A5B8-31EE687E8262}"/>
          </ac:grpSpMkLst>
        </pc:grpChg>
        <pc:grpChg chg="mod">
          <ac:chgData name="PhilKyue Shin" userId="940cabc1da1e877a" providerId="LiveId" clId="{5C7C4A92-9D5C-489B-A33B-18684C09432A}" dt="2019-11-20T02:48:25.213" v="934"/>
          <ac:grpSpMkLst>
            <pc:docMk/>
            <pc:sldMk cId="2709123694" sldId="292"/>
            <ac:grpSpMk id="51" creationId="{54AFDAAD-A2F6-47A8-B1E5-D215B1EC7D85}"/>
          </ac:grpSpMkLst>
        </pc:grpChg>
      </pc:sldChg>
      <pc:sldChg chg="modSp add">
        <pc:chgData name="PhilKyue Shin" userId="940cabc1da1e877a" providerId="LiveId" clId="{5C7C4A92-9D5C-489B-A33B-18684C09432A}" dt="2019-11-20T04:04:00.339" v="2487"/>
        <pc:sldMkLst>
          <pc:docMk/>
          <pc:sldMk cId="3565731501" sldId="293"/>
        </pc:sldMkLst>
        <pc:spChg chg="mod">
          <ac:chgData name="PhilKyue Shin" userId="940cabc1da1e877a" providerId="LiveId" clId="{5C7C4A92-9D5C-489B-A33B-18684C09432A}" dt="2019-11-20T03:34:41.987" v="2431"/>
          <ac:spMkLst>
            <pc:docMk/>
            <pc:sldMk cId="3565731501" sldId="293"/>
            <ac:spMk id="2" creationId="{47E77E6F-47AB-461E-ADD4-D6E868B1E487}"/>
          </ac:spMkLst>
        </pc:spChg>
        <pc:spChg chg="mod">
          <ac:chgData name="PhilKyue Shin" userId="940cabc1da1e877a" providerId="LiveId" clId="{5C7C4A92-9D5C-489B-A33B-18684C09432A}" dt="2019-11-20T04:04:00.339" v="2487"/>
          <ac:spMkLst>
            <pc:docMk/>
            <pc:sldMk cId="3565731501" sldId="293"/>
            <ac:spMk id="3" creationId="{DBF777BB-1E45-441A-8817-C3A775A65288}"/>
          </ac:spMkLst>
        </pc:spChg>
      </pc:sldChg>
      <pc:sldChg chg="modSp add">
        <pc:chgData name="PhilKyue Shin" userId="940cabc1da1e877a" providerId="LiveId" clId="{5C7C4A92-9D5C-489B-A33B-18684C09432A}" dt="2019-11-20T05:25:36.432" v="5732"/>
        <pc:sldMkLst>
          <pc:docMk/>
          <pc:sldMk cId="3761549669" sldId="294"/>
        </pc:sldMkLst>
        <pc:spChg chg="mod">
          <ac:chgData name="PhilKyue Shin" userId="940cabc1da1e877a" providerId="LiveId" clId="{5C7C4A92-9D5C-489B-A33B-18684C09432A}" dt="2019-11-20T05:25:36.432" v="5732"/>
          <ac:spMkLst>
            <pc:docMk/>
            <pc:sldMk cId="3761549669" sldId="294"/>
            <ac:spMk id="2" creationId="{B10F6D9B-D150-4FCF-81D0-7E4B9C67CB28}"/>
          </ac:spMkLst>
        </pc:spChg>
        <pc:spChg chg="mod">
          <ac:chgData name="PhilKyue Shin" userId="940cabc1da1e877a" providerId="LiveId" clId="{5C7C4A92-9D5C-489B-A33B-18684C09432A}" dt="2019-11-20T04:50:38.802" v="5150"/>
          <ac:spMkLst>
            <pc:docMk/>
            <pc:sldMk cId="3761549669" sldId="294"/>
            <ac:spMk id="3" creationId="{2E5D1323-A3C8-404A-98EF-DFA23762CBF2}"/>
          </ac:spMkLst>
        </pc:spChg>
      </pc:sldChg>
      <pc:sldChg chg="modSp add">
        <pc:chgData name="PhilKyue Shin" userId="940cabc1da1e877a" providerId="LiveId" clId="{5C7C4A92-9D5C-489B-A33B-18684C09432A}" dt="2019-11-20T05:30:55.744" v="5931" actId="20577"/>
        <pc:sldMkLst>
          <pc:docMk/>
          <pc:sldMk cId="458412694" sldId="295"/>
        </pc:sldMkLst>
        <pc:spChg chg="mod">
          <ac:chgData name="PhilKyue Shin" userId="940cabc1da1e877a" providerId="LiveId" clId="{5C7C4A92-9D5C-489B-A33B-18684C09432A}" dt="2019-11-20T05:07:50.543" v="5497" actId="20577"/>
          <ac:spMkLst>
            <pc:docMk/>
            <pc:sldMk cId="458412694" sldId="295"/>
            <ac:spMk id="2" creationId="{103F2880-2F1E-4093-974D-160E7AF46BD9}"/>
          </ac:spMkLst>
        </pc:spChg>
        <pc:spChg chg="mod">
          <ac:chgData name="PhilKyue Shin" userId="940cabc1da1e877a" providerId="LiveId" clId="{5C7C4A92-9D5C-489B-A33B-18684C09432A}" dt="2019-11-20T05:30:55.744" v="5931" actId="20577"/>
          <ac:spMkLst>
            <pc:docMk/>
            <pc:sldMk cId="458412694" sldId="295"/>
            <ac:spMk id="3" creationId="{C77C0033-9424-4B09-AEE5-B6884F45F73C}"/>
          </ac:spMkLst>
        </pc:spChg>
      </pc:sldChg>
    </pc:docChg>
  </pc:docChgLst>
  <pc:docChgLst>
    <pc:chgData name="PhilKyue Shin" userId="940cabc1da1e877a" providerId="LiveId" clId="{DBCA18CF-CEB6-4DDC-B22C-8467CD766772}"/>
    <pc:docChg chg="modSld">
      <pc:chgData name="PhilKyue Shin" userId="940cabc1da1e877a" providerId="LiveId" clId="{DBCA18CF-CEB6-4DDC-B22C-8467CD766772}" dt="2019-11-20T11:03:08.731" v="206"/>
      <pc:docMkLst>
        <pc:docMk/>
      </pc:docMkLst>
      <pc:sldChg chg="modSp">
        <pc:chgData name="PhilKyue Shin" userId="940cabc1da1e877a" providerId="LiveId" clId="{DBCA18CF-CEB6-4DDC-B22C-8467CD766772}" dt="2019-11-20T05:39:45.491" v="179"/>
        <pc:sldMkLst>
          <pc:docMk/>
          <pc:sldMk cId="342607594" sldId="273"/>
        </pc:sldMkLst>
        <pc:spChg chg="mod">
          <ac:chgData name="PhilKyue Shin" userId="940cabc1da1e877a" providerId="LiveId" clId="{DBCA18CF-CEB6-4DDC-B22C-8467CD766772}" dt="2019-11-20T05:39:45.491" v="179"/>
          <ac:spMkLst>
            <pc:docMk/>
            <pc:sldMk cId="342607594" sldId="273"/>
            <ac:spMk id="3" creationId="{33A2880C-57E3-467C-AA07-BE9EC20777AB}"/>
          </ac:spMkLst>
        </pc:spChg>
      </pc:sldChg>
      <pc:sldChg chg="modSp">
        <pc:chgData name="PhilKyue Shin" userId="940cabc1da1e877a" providerId="LiveId" clId="{DBCA18CF-CEB6-4DDC-B22C-8467CD766772}" dt="2019-11-20T11:03:08.731" v="206"/>
        <pc:sldMkLst>
          <pc:docMk/>
          <pc:sldMk cId="1763296538" sldId="287"/>
        </pc:sldMkLst>
        <pc:graphicFrameChg chg="mod modGraphic">
          <ac:chgData name="PhilKyue Shin" userId="940cabc1da1e877a" providerId="LiveId" clId="{DBCA18CF-CEB6-4DDC-B22C-8467CD766772}" dt="2019-11-20T11:03:08.731" v="206"/>
          <ac:graphicFrameMkLst>
            <pc:docMk/>
            <pc:sldMk cId="1763296538" sldId="287"/>
            <ac:graphicFrameMk id="5" creationId="{19A121C0-0A9A-4E5E-B082-379CD82A77B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C06B4E44-EF99-4E70-B3FD-5A49CB3DA90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9" tIns="47789" rIns="95579" bIns="47789" numCol="1" anchor="t" anchorCtr="0" compatLnSpc="1">
            <a:prstTxWarp prst="textNoShape">
              <a:avLst/>
            </a:prstTxWarp>
          </a:bodyPr>
          <a:lstStyle>
            <a:lvl1pPr algn="l" defTabSz="955731">
              <a:spcBef>
                <a:spcPct val="50000"/>
              </a:spcBef>
              <a:defRPr sz="1300">
                <a:solidFill>
                  <a:schemeClr val="tx1"/>
                </a:solidFill>
                <a:effectLst/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6FBA4FB8-C7F0-43F8-841B-173F757A8EA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814" y="0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9" tIns="47789" rIns="95579" bIns="47789" numCol="1" anchor="t" anchorCtr="0" compatLnSpc="1">
            <a:prstTxWarp prst="textNoShape">
              <a:avLst/>
            </a:prstTxWarp>
          </a:bodyPr>
          <a:lstStyle>
            <a:lvl1pPr algn="r" defTabSz="955731">
              <a:spcBef>
                <a:spcPct val="50000"/>
              </a:spcBef>
              <a:defRPr sz="1300">
                <a:solidFill>
                  <a:schemeClr val="tx1"/>
                </a:solidFill>
                <a:effectLst/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5C5F680C-C6BA-41FB-AF63-94E338616AD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845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9" tIns="47789" rIns="95579" bIns="47789" numCol="1" anchor="b" anchorCtr="0" compatLnSpc="1">
            <a:prstTxWarp prst="textNoShape">
              <a:avLst/>
            </a:prstTxWarp>
          </a:bodyPr>
          <a:lstStyle>
            <a:lvl1pPr algn="l" defTabSz="955731">
              <a:spcBef>
                <a:spcPct val="50000"/>
              </a:spcBef>
              <a:defRPr sz="1300">
                <a:solidFill>
                  <a:schemeClr val="tx1"/>
                </a:solidFill>
                <a:effectLst/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3AAF51DB-9D68-4110-B20E-30A3E860C47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814" y="9430845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9" tIns="47789" rIns="95579" bIns="47789" numCol="1" anchor="b" anchorCtr="0" compatLnSpc="1">
            <a:prstTxWarp prst="textNoShape">
              <a:avLst/>
            </a:prstTxWarp>
          </a:bodyPr>
          <a:lstStyle>
            <a:lvl1pPr algn="r" defTabSz="955731">
              <a:spcBef>
                <a:spcPct val="50000"/>
              </a:spcBef>
              <a:defRPr sz="1300">
                <a:solidFill>
                  <a:schemeClr val="tx1"/>
                </a:solidFill>
              </a:defRPr>
            </a:lvl1pPr>
          </a:lstStyle>
          <a:p>
            <a:fld id="{FD3562F5-7745-429E-BE86-34C7D5E3D1F4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1BB4656-65BC-4EEA-A89C-675F808540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9" tIns="47789" rIns="95579" bIns="47789" numCol="1" anchor="t" anchorCtr="0" compatLnSpc="1">
            <a:prstTxWarp prst="textNoShape">
              <a:avLst/>
            </a:prstTxWarp>
          </a:bodyPr>
          <a:lstStyle>
            <a:lvl1pPr algn="l" defTabSz="955731">
              <a:spcBef>
                <a:spcPct val="50000"/>
              </a:spcBef>
              <a:defRPr sz="1300">
                <a:solidFill>
                  <a:schemeClr val="tx1"/>
                </a:solidFill>
                <a:effectLst/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69DCE16-8393-47D9-950F-D6FB08CD72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814" y="0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9" tIns="47789" rIns="95579" bIns="47789" numCol="1" anchor="t" anchorCtr="0" compatLnSpc="1">
            <a:prstTxWarp prst="textNoShape">
              <a:avLst/>
            </a:prstTxWarp>
          </a:bodyPr>
          <a:lstStyle>
            <a:lvl1pPr algn="r" defTabSz="955731">
              <a:spcBef>
                <a:spcPct val="50000"/>
              </a:spcBef>
              <a:defRPr sz="1300">
                <a:solidFill>
                  <a:schemeClr val="tx1"/>
                </a:solidFill>
                <a:effectLst/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74B85504-4F84-4B46-92B0-85418DFBD86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2101925F-493F-430F-ADAB-4FF1ADDB934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472" y="4714653"/>
            <a:ext cx="4982732" cy="4466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9" tIns="47789" rIns="95579" bIns="47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3975BEB3-A0AD-4F36-994C-EBBDE0D6692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845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9" tIns="47789" rIns="95579" bIns="47789" numCol="1" anchor="b" anchorCtr="0" compatLnSpc="1">
            <a:prstTxWarp prst="textNoShape">
              <a:avLst/>
            </a:prstTxWarp>
          </a:bodyPr>
          <a:lstStyle>
            <a:lvl1pPr algn="l" defTabSz="955731">
              <a:spcBef>
                <a:spcPct val="50000"/>
              </a:spcBef>
              <a:defRPr sz="1300">
                <a:solidFill>
                  <a:schemeClr val="tx1"/>
                </a:solidFill>
                <a:effectLst/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EF12BAC6-CD75-4E7B-8497-56660B722F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814" y="9430845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9" tIns="47789" rIns="95579" bIns="47789" numCol="1" anchor="b" anchorCtr="0" compatLnSpc="1">
            <a:prstTxWarp prst="textNoShape">
              <a:avLst/>
            </a:prstTxWarp>
          </a:bodyPr>
          <a:lstStyle>
            <a:lvl1pPr algn="r" defTabSz="955731">
              <a:spcBef>
                <a:spcPct val="50000"/>
              </a:spcBef>
              <a:defRPr sz="1300">
                <a:solidFill>
                  <a:schemeClr val="tx1"/>
                </a:solidFill>
              </a:defRPr>
            </a:lvl1pPr>
          </a:lstStyle>
          <a:p>
            <a:fld id="{8E906284-8DB3-4FB8-9960-3D55D4AEA5F7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1739C4C1-B89E-4BE9-AB92-ED24999E7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477000"/>
            <a:ext cx="7772400" cy="176213"/>
          </a:xfrm>
          <a:prstGeom prst="rect">
            <a:avLst/>
          </a:prstGeom>
          <a:gradFill rotWithShape="0">
            <a:gsLst>
              <a:gs pos="0">
                <a:srgbClr val="00008C"/>
              </a:gs>
              <a:gs pos="100000">
                <a:srgbClr val="EFE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굴림체" pitchFamily="49" charset="-127"/>
            </a:endParaRPr>
          </a:p>
        </p:txBody>
      </p:sp>
      <p:pic>
        <p:nvPicPr>
          <p:cNvPr id="5" name="Picture 6" descr="rtos-lab-logo">
            <a:extLst>
              <a:ext uri="{FF2B5EF4-FFF2-40B4-BE49-F238E27FC236}">
                <a16:creationId xmlns:a16="http://schemas.microsoft.com/office/drawing/2014/main" id="{AEAD89C1-675C-446A-842F-4365F65D6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6234113"/>
            <a:ext cx="1447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972E5A49-C8A9-4770-B814-B57FCDAA3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33388"/>
            <a:ext cx="7772400" cy="176212"/>
          </a:xfrm>
          <a:prstGeom prst="rect">
            <a:avLst/>
          </a:prstGeom>
          <a:gradFill rotWithShape="0">
            <a:gsLst>
              <a:gs pos="0">
                <a:srgbClr val="EFEFFF"/>
              </a:gs>
              <a:gs pos="100000">
                <a:srgbClr val="00008C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굴림체" pitchFamily="49" charset="-127"/>
            </a:endParaRPr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>
                <a:effectLst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01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7299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720000" y="280800"/>
            <a:ext cx="7772400" cy="3240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4975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721288" y="279605"/>
            <a:ext cx="7772400" cy="3240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729566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721288" y="279605"/>
            <a:ext cx="7772400" cy="3240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862735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721288" y="279605"/>
            <a:ext cx="7772400" cy="3240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0797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721288" y="279605"/>
            <a:ext cx="7772400" cy="3240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824001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721288" y="279605"/>
            <a:ext cx="7772400" cy="3240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48263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721288" y="279605"/>
            <a:ext cx="7772400" cy="3240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517609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721288" y="279605"/>
            <a:ext cx="7772400" cy="3240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2743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721288" y="279605"/>
            <a:ext cx="7772400" cy="3240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53233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44525"/>
            <a:ext cx="1943100" cy="55276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44525"/>
            <a:ext cx="5676900" cy="55276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721288" y="279605"/>
            <a:ext cx="7772400" cy="3240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42010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721288" y="279605"/>
            <a:ext cx="7772400" cy="3240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1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32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586748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BB94A26B-81C3-4627-B215-8836295D72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44525"/>
            <a:ext cx="7772400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altLang="ko-KR" dirty="0"/>
              <a:t>Master Subject Type </a:t>
            </a:r>
            <a:r>
              <a:rPr lang="ko-KR" altLang="en-US" dirty="0"/>
              <a:t>편집하려면 누르십시오.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AA2F4BE-F747-477B-905C-813B771697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문자열 유형을 편집하려면 누르십시오.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세째 수준</a:t>
            </a:r>
          </a:p>
          <a:p>
            <a:pPr lvl="3"/>
            <a:r>
              <a:rPr lang="ko-KR" altLang="en-US"/>
              <a:t>네째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67940" name="Rectangle 4">
            <a:extLst>
              <a:ext uri="{FF2B5EF4-FFF2-40B4-BE49-F238E27FC236}">
                <a16:creationId xmlns:a16="http://schemas.microsoft.com/office/drawing/2014/main" id="{84B68C08-12D7-466A-A606-4487DF561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477000"/>
            <a:ext cx="7772400" cy="176213"/>
          </a:xfrm>
          <a:prstGeom prst="rect">
            <a:avLst/>
          </a:prstGeom>
          <a:gradFill rotWithShape="0">
            <a:gsLst>
              <a:gs pos="0">
                <a:srgbClr val="00008C"/>
              </a:gs>
              <a:gs pos="100000">
                <a:srgbClr val="EFE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굴림체" pitchFamily="49" charset="-127"/>
            </a:endParaRPr>
          </a:p>
        </p:txBody>
      </p:sp>
      <p:pic>
        <p:nvPicPr>
          <p:cNvPr id="1029" name="Picture 6" descr="rtos-lab-logo">
            <a:extLst>
              <a:ext uri="{FF2B5EF4-FFF2-40B4-BE49-F238E27FC236}">
                <a16:creationId xmlns:a16="http://schemas.microsoft.com/office/drawing/2014/main" id="{942BD748-9463-4B89-8D53-49C70E849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6234113"/>
            <a:ext cx="1447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7943" name="Text Box 7">
            <a:extLst>
              <a:ext uri="{FF2B5EF4-FFF2-40B4-BE49-F238E27FC236}">
                <a16:creationId xmlns:a16="http://schemas.microsoft.com/office/drawing/2014/main" id="{B6A4F32F-2D66-4AF2-9CD4-B3876A562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338888"/>
            <a:ext cx="460375" cy="36671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800" b="1">
                <a:solidFill>
                  <a:srgbClr val="CC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800" b="1">
                <a:solidFill>
                  <a:srgbClr val="CC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800" b="1">
                <a:solidFill>
                  <a:srgbClr val="CC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800" b="1">
                <a:solidFill>
                  <a:srgbClr val="CC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800" b="1">
                <a:solidFill>
                  <a:srgbClr val="CC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CC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CC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CC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CC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51195351-9EC6-4FCB-9873-7F1550C05BB3}" type="slidenum">
              <a:rPr lang="ko-KR" altLang="en-US" sz="1800" b="0">
                <a:solidFill>
                  <a:schemeClr val="tx1"/>
                </a:solidFill>
              </a:rPr>
              <a:pPr algn="r" eaLnBrk="1" hangingPunct="1"/>
              <a:t>‹#›</a:t>
            </a:fld>
            <a:endParaRPr lang="en-US" altLang="ko-KR" sz="1800" b="0">
              <a:solidFill>
                <a:schemeClr val="tx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01E6984-D22D-46A1-8CED-A40488D80FE1}"/>
              </a:ext>
            </a:extLst>
          </p:cNvPr>
          <p:cNvCxnSpPr/>
          <p:nvPr/>
        </p:nvCxnSpPr>
        <p:spPr>
          <a:xfrm>
            <a:off x="685800" y="1641475"/>
            <a:ext cx="7772400" cy="1588"/>
          </a:xfrm>
          <a:prstGeom prst="line">
            <a:avLst/>
          </a:prstGeom>
          <a:ln w="9525">
            <a:solidFill>
              <a:srgbClr val="00008C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5">
            <a:extLst>
              <a:ext uri="{FF2B5EF4-FFF2-40B4-BE49-F238E27FC236}">
                <a16:creationId xmlns:a16="http://schemas.microsoft.com/office/drawing/2014/main" id="{DD22B57B-A5D6-45AC-BAC2-FAD497B22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7175"/>
            <a:ext cx="7772400" cy="360363"/>
          </a:xfrm>
          <a:prstGeom prst="rect">
            <a:avLst/>
          </a:prstGeom>
          <a:gradFill flip="none" rotWithShape="1">
            <a:gsLst>
              <a:gs pos="0">
                <a:srgbClr val="EFEFFF"/>
              </a:gs>
              <a:gs pos="100000">
                <a:srgbClr val="00008C"/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굴림체" pitchFamily="49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03" r:id="rId1"/>
    <p:sldLayoutId id="2147484392" r:id="rId2"/>
    <p:sldLayoutId id="2147484393" r:id="rId3"/>
    <p:sldLayoutId id="2147484394" r:id="rId4"/>
    <p:sldLayoutId id="2147484395" r:id="rId5"/>
    <p:sldLayoutId id="2147484396" r:id="rId6"/>
    <p:sldLayoutId id="2147484397" r:id="rId7"/>
    <p:sldLayoutId id="2147484398" r:id="rId8"/>
    <p:sldLayoutId id="2147484399" r:id="rId9"/>
    <p:sldLayoutId id="2147484400" r:id="rId10"/>
    <p:sldLayoutId id="2147484401" r:id="rId11"/>
    <p:sldLayoutId id="2147484402" r:id="rId12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32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32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굴림체" pitchFamily="49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32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굴림체" pitchFamily="49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32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굴림체" pitchFamily="49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32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굴림체" pitchFamily="49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32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굴림체" pitchFamily="49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32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굴림체" pitchFamily="49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32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굴림체" pitchFamily="49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32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굴림체" pitchFamily="49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FFCC00"/>
        </a:buClr>
        <a:buFont typeface="Wingdings" panose="05000000000000000000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>
            <a:extLst>
              <a:ext uri="{FF2B5EF4-FFF2-40B4-BE49-F238E27FC236}">
                <a16:creationId xmlns:a16="http://schemas.microsoft.com/office/drawing/2014/main" id="{23402985-03E9-4B96-8903-DAED32E7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en-US" altLang="ko-KR" dirty="0"/>
              <a:t>Edge Device-to-Server </a:t>
            </a:r>
            <a:r>
              <a:rPr lang="ko-KR" altLang="en-US" dirty="0"/>
              <a:t>데이터 전송</a:t>
            </a:r>
            <a:br>
              <a:rPr lang="en-US" altLang="ko-KR" dirty="0"/>
            </a:br>
            <a:r>
              <a:rPr lang="ko-KR" altLang="en-US" dirty="0"/>
              <a:t>기술 개발</a:t>
            </a:r>
          </a:p>
        </p:txBody>
      </p:sp>
      <p:sp>
        <p:nvSpPr>
          <p:cNvPr id="3075" name="부제목 2">
            <a:extLst>
              <a:ext uri="{FF2B5EF4-FFF2-40B4-BE49-F238E27FC236}">
                <a16:creationId xmlns:a16="http://schemas.microsoft.com/office/drawing/2014/main" id="{ACDD95D0-3575-4700-A07C-9610ECEB04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서울대학교</a:t>
            </a:r>
            <a:endParaRPr lang="en-US" altLang="ko-KR" dirty="0"/>
          </a:p>
          <a:p>
            <a:r>
              <a:rPr lang="ko-KR" altLang="en-US" dirty="0"/>
              <a:t>실시간 운영체제 연구실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E643A-7F9F-4F2D-B8C8-8F3D550F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54325C-ED82-4D4A-A28E-315A245B3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latinLnBrk="0">
              <a:buFont typeface="+mj-lt"/>
              <a:buAutoNum type="romanUcPeriod"/>
            </a:pPr>
            <a:r>
              <a:rPr lang="en-US" altLang="ko-KR" dirty="0"/>
              <a:t>Introduction</a:t>
            </a:r>
          </a:p>
          <a:p>
            <a:pPr marL="514350" indent="-514350" latinLnBrk="0">
              <a:buFont typeface="+mj-lt"/>
              <a:buAutoNum type="romanUcPeriod"/>
            </a:pPr>
            <a:r>
              <a:rPr lang="en-US" altLang="ko-KR" dirty="0"/>
              <a:t>Message Broker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marL="514350" indent="-514350" latinLnBrk="0">
              <a:buFont typeface="+mj-lt"/>
              <a:buAutoNum type="romanUcPeriod"/>
            </a:pPr>
            <a:r>
              <a:rPr lang="en-US" altLang="ko-KR" dirty="0"/>
              <a:t>Proposal: Message Broker </a:t>
            </a:r>
            <a:r>
              <a:rPr lang="ko-KR" altLang="en-US" dirty="0"/>
              <a:t>기반</a:t>
            </a:r>
            <a:r>
              <a:rPr lang="en-US" altLang="ko-KR" dirty="0"/>
              <a:t> </a:t>
            </a:r>
            <a:r>
              <a:rPr lang="ko-KR" altLang="en-US" dirty="0"/>
              <a:t>데이터 전송 기술 </a:t>
            </a:r>
            <a:endParaRPr lang="en-US" altLang="ko-KR" dirty="0"/>
          </a:p>
          <a:p>
            <a:pPr marL="514350" indent="-514350" latinLnBrk="0">
              <a:buFont typeface="+mj-lt"/>
              <a:buAutoNum type="romanUcPeriod"/>
            </a:pPr>
            <a:r>
              <a:rPr lang="en-US" altLang="ko-KR" dirty="0"/>
              <a:t>SW Architecture Description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53DB35-8445-4AA7-9A32-7B2789A3B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320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98AA2-A89B-496F-8316-95865BBC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 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807D32-4F73-4018-B02C-7753DB777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en-US" altLang="ko-KR" dirty="0"/>
              <a:t>Edge Device-to-Server </a:t>
            </a:r>
            <a:r>
              <a:rPr lang="ko-KR" altLang="en-US" dirty="0"/>
              <a:t>데이터 전송 기술의 주요</a:t>
            </a:r>
            <a:r>
              <a:rPr lang="en-US" altLang="ko-KR" dirty="0"/>
              <a:t> </a:t>
            </a:r>
            <a:r>
              <a:rPr lang="ko-KR" altLang="en-US" dirty="0"/>
              <a:t>요구사항</a:t>
            </a:r>
            <a:endParaRPr lang="en-US" altLang="ko-KR" dirty="0"/>
          </a:p>
          <a:p>
            <a:pPr lvl="1" latinLnBrk="0"/>
            <a:r>
              <a:rPr lang="en-US" altLang="ko-KR" dirty="0"/>
              <a:t>Scalability</a:t>
            </a:r>
          </a:p>
          <a:p>
            <a:pPr lvl="2" latinLnBrk="0"/>
            <a:r>
              <a:rPr lang="ko-KR" altLang="en-US" dirty="0"/>
              <a:t>한국에만 </a:t>
            </a:r>
            <a:r>
              <a:rPr lang="en-US" altLang="ko-KR" dirty="0"/>
              <a:t>2000</a:t>
            </a:r>
            <a:r>
              <a:rPr lang="ko-KR" altLang="en-US" dirty="0"/>
              <a:t>만대가 넘는 자동차가 존재</a:t>
            </a:r>
            <a:endParaRPr lang="en-US" altLang="ko-KR" dirty="0"/>
          </a:p>
          <a:p>
            <a:pPr lvl="2" latinLnBrk="0"/>
            <a:r>
              <a:rPr lang="ko-KR" altLang="en-US" dirty="0"/>
              <a:t>이런 수많은 자동차들이 가능한 </a:t>
            </a:r>
            <a:r>
              <a:rPr lang="en-US" altLang="ko-KR" dirty="0"/>
              <a:t>retransmission </a:t>
            </a:r>
            <a:r>
              <a:rPr lang="ko-KR" altLang="en-US" dirty="0"/>
              <a:t>없이 데이터를 보낼 수 있어야 함</a:t>
            </a:r>
            <a:endParaRPr lang="en-US" altLang="ko-KR" dirty="0"/>
          </a:p>
          <a:p>
            <a:pPr lvl="1" latinLnBrk="0"/>
            <a:r>
              <a:rPr lang="en-US" altLang="ko-KR" dirty="0"/>
              <a:t>Decoupling</a:t>
            </a:r>
          </a:p>
          <a:p>
            <a:pPr lvl="2" latinLnBrk="0"/>
            <a:r>
              <a:rPr lang="ko-KR" altLang="en-US" dirty="0"/>
              <a:t>한국에서만 연간 </a:t>
            </a:r>
            <a:r>
              <a:rPr lang="en-US" altLang="ko-KR" dirty="0"/>
              <a:t>180</a:t>
            </a:r>
            <a:r>
              <a:rPr lang="ko-KR" altLang="en-US" dirty="0"/>
              <a:t>만대 이상의 자동차가 판매됨</a:t>
            </a:r>
            <a:endParaRPr lang="en-US" altLang="ko-KR" dirty="0"/>
          </a:p>
          <a:p>
            <a:pPr lvl="2" latinLnBrk="0"/>
            <a:r>
              <a:rPr lang="ko-KR" altLang="en-US" dirty="0"/>
              <a:t>새로운 자동차와 서버의 통신을 용이하게 하기 위해서는 자동차와 서버 간의 </a:t>
            </a:r>
            <a:r>
              <a:rPr lang="en-US" altLang="ko-KR" dirty="0"/>
              <a:t>dependency</a:t>
            </a:r>
            <a:r>
              <a:rPr lang="ko-KR" altLang="en-US" dirty="0"/>
              <a:t>를 최소화할 필요성</a:t>
            </a:r>
            <a:endParaRPr lang="en-US" altLang="ko-KR" dirty="0"/>
          </a:p>
          <a:p>
            <a:pPr lvl="3" latinLnBrk="0"/>
            <a:r>
              <a:rPr lang="ko-KR" altLang="en-US" dirty="0"/>
              <a:t>서로의 존재를 모르더라도</a:t>
            </a:r>
            <a:endParaRPr lang="en-US" altLang="ko-KR" dirty="0"/>
          </a:p>
          <a:p>
            <a:pPr lvl="3" latinLnBrk="0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EB9A37-338C-4915-AA3B-D9EA8095D8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87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0863-ABD6-4B6B-9F82-D7C98BF1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 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00406-002D-4727-858D-EBD305F38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en-US" altLang="ko-KR" dirty="0"/>
              <a:t>Edge Device-to-Server </a:t>
            </a:r>
            <a:r>
              <a:rPr lang="ko-KR" altLang="en-US" dirty="0"/>
              <a:t>데이터 전송 기술의 주요</a:t>
            </a:r>
            <a:r>
              <a:rPr lang="en-US" altLang="ko-KR" dirty="0"/>
              <a:t> </a:t>
            </a:r>
            <a:r>
              <a:rPr lang="ko-KR" altLang="en-US" dirty="0"/>
              <a:t>요구사항 </a:t>
            </a:r>
            <a:r>
              <a:rPr lang="en-US" altLang="ko-KR" dirty="0"/>
              <a:t>(cont.)</a:t>
            </a:r>
          </a:p>
          <a:p>
            <a:pPr lvl="1" latinLnBrk="0"/>
            <a:r>
              <a:rPr lang="en-US" altLang="ko-KR" dirty="0"/>
              <a:t>Reliability</a:t>
            </a:r>
          </a:p>
          <a:p>
            <a:pPr lvl="2" latinLnBrk="0"/>
            <a:r>
              <a:rPr lang="ko-KR" altLang="en-US" dirty="0"/>
              <a:t>모바일 네트워크 특성상 음영지역이 발생할 수 있음</a:t>
            </a:r>
            <a:endParaRPr lang="en-US" altLang="ko-KR" dirty="0"/>
          </a:p>
          <a:p>
            <a:pPr lvl="2" latinLnBrk="0"/>
            <a:r>
              <a:rPr lang="ko-KR" altLang="en-US" dirty="0"/>
              <a:t>자동차가 음영지역에 들어가더라도 나중에 데이터를 보낼 수 있어야 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BAB819-A7BC-4BFC-9361-5BB9BBB852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702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241BE-D99C-4A99-B215-6EA57DEDB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 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F34FA8-A4C9-4819-A4FD-4E3727E7F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우리와 비슷한 요구사항을 지닌 대표적인 서비스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→ IoT </a:t>
            </a:r>
            <a:r>
              <a:rPr lang="ko-KR" altLang="en-US" dirty="0"/>
              <a:t>서비스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해외 유명기업들은 </a:t>
            </a:r>
            <a:r>
              <a:rPr lang="en-US" altLang="ko-KR" dirty="0"/>
              <a:t>IoT</a:t>
            </a:r>
            <a:r>
              <a:rPr lang="ko-KR" altLang="en-US" dirty="0"/>
              <a:t> 서비스를 어떻게 하고 있는가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구글</a:t>
            </a:r>
            <a:r>
              <a:rPr lang="en-US" altLang="ko-KR" dirty="0"/>
              <a:t>: MQTT </a:t>
            </a:r>
            <a:r>
              <a:rPr lang="ko-KR" altLang="en-US" dirty="0"/>
              <a:t>브로커를 이용한 </a:t>
            </a:r>
            <a:r>
              <a:rPr lang="en-US" altLang="ko-KR" dirty="0"/>
              <a:t>IoT </a:t>
            </a:r>
            <a:r>
              <a:rPr lang="ko-KR" altLang="en-US" dirty="0"/>
              <a:t>클라우드 서비스</a:t>
            </a:r>
            <a:endParaRPr lang="en-US" altLang="ko-KR" dirty="0"/>
          </a:p>
          <a:p>
            <a:pPr lvl="1"/>
            <a:r>
              <a:rPr lang="ko-KR" altLang="en-US" dirty="0"/>
              <a:t>아마존</a:t>
            </a:r>
            <a:r>
              <a:rPr lang="en-US" altLang="ko-KR" dirty="0"/>
              <a:t>: ActiveMQ</a:t>
            </a:r>
            <a:r>
              <a:rPr lang="ko-KR" altLang="en-US" dirty="0"/>
              <a:t>를 이용한 </a:t>
            </a:r>
            <a:r>
              <a:rPr lang="en-US" altLang="ko-KR" dirty="0"/>
              <a:t>IoT </a:t>
            </a:r>
            <a:r>
              <a:rPr lang="ko-KR" altLang="en-US" dirty="0"/>
              <a:t>클라우드 서비스</a:t>
            </a:r>
            <a:endParaRPr lang="en-US" altLang="ko-KR" dirty="0"/>
          </a:p>
          <a:p>
            <a:pPr lvl="1"/>
            <a:r>
              <a:rPr lang="ko-KR" altLang="en-US" dirty="0"/>
              <a:t>페이스북</a:t>
            </a:r>
            <a:r>
              <a:rPr lang="en-US" altLang="ko-KR" dirty="0"/>
              <a:t>: Mosquito</a:t>
            </a:r>
            <a:r>
              <a:rPr lang="ko-KR" altLang="en-US" dirty="0"/>
              <a:t>를 이용한 메시지 서비스</a:t>
            </a:r>
            <a:endParaRPr lang="en-US" altLang="ko-KR" dirty="0"/>
          </a:p>
          <a:p>
            <a:pPr lvl="1"/>
            <a:r>
              <a:rPr lang="ko-KR" altLang="en-US" dirty="0"/>
              <a:t>마이크로소프트</a:t>
            </a:r>
            <a:r>
              <a:rPr lang="en-US" altLang="ko-KR" dirty="0"/>
              <a:t> </a:t>
            </a:r>
            <a:r>
              <a:rPr lang="ko-KR" altLang="en-US" dirty="0" err="1"/>
              <a:t>링크드인</a:t>
            </a:r>
            <a:r>
              <a:rPr lang="en-US" altLang="ko-KR" dirty="0"/>
              <a:t>: Kafka</a:t>
            </a:r>
            <a:r>
              <a:rPr lang="ko-KR" altLang="en-US" dirty="0"/>
              <a:t>를 이용한 데이터 로깅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F5B048-A1A3-4B1B-8155-F9BFAE2129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F199CE-316F-48F8-8FEE-B2398869D3D9}"/>
              </a:ext>
            </a:extLst>
          </p:cNvPr>
          <p:cNvSpPr/>
          <p:nvPr/>
        </p:nvSpPr>
        <p:spPr>
          <a:xfrm>
            <a:off x="316809" y="5282044"/>
            <a:ext cx="85103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altLang="ko-KR" dirty="0"/>
              <a:t>They</a:t>
            </a:r>
            <a:r>
              <a:rPr lang="ko-KR" altLang="en-US" dirty="0"/>
              <a:t> </a:t>
            </a:r>
            <a:r>
              <a:rPr lang="en-US" altLang="ko-KR" dirty="0"/>
              <a:t>all</a:t>
            </a:r>
            <a:r>
              <a:rPr lang="ko-KR" altLang="en-US" dirty="0"/>
              <a:t> </a:t>
            </a:r>
            <a:r>
              <a:rPr lang="en-US" altLang="ko-KR" dirty="0"/>
              <a:t>use message broker!</a:t>
            </a:r>
          </a:p>
        </p:txBody>
      </p:sp>
    </p:spTree>
    <p:extLst>
      <p:ext uri="{BB962C8B-B14F-4D97-AF65-F5344CB8AC3E}">
        <p14:creationId xmlns:p14="http://schemas.microsoft.com/office/powerpoint/2010/main" val="383689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2B1DB-0918-4CF0-ABE1-FE3E037A0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 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376262-5756-454F-9E73-1CF2FAE8C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Our Goal</a:t>
            </a:r>
          </a:p>
          <a:p>
            <a:pPr lvl="1" latinLnBrk="0"/>
            <a:r>
              <a:rPr lang="ko-KR" altLang="en-US" dirty="0"/>
              <a:t>오픈소스 </a:t>
            </a:r>
            <a:r>
              <a:rPr lang="en-US" altLang="ko-KR" dirty="0"/>
              <a:t>message</a:t>
            </a:r>
            <a:r>
              <a:rPr lang="ko-KR" altLang="en-US" dirty="0"/>
              <a:t> </a:t>
            </a:r>
            <a:r>
              <a:rPr lang="en-US" altLang="ko-KR" dirty="0"/>
              <a:t>broker</a:t>
            </a:r>
            <a:r>
              <a:rPr lang="ko-KR" altLang="en-US" dirty="0"/>
              <a:t>를 이용하여 </a:t>
            </a:r>
            <a:r>
              <a:rPr lang="en-US" altLang="ko-KR" dirty="0"/>
              <a:t>edge device-to-server </a:t>
            </a:r>
            <a:r>
              <a:rPr lang="ko-KR" altLang="en-US" dirty="0"/>
              <a:t>데이터 전송 기술의 주요 요구사항을 달성하는 기술 개발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455177-1331-448B-A9FA-45B1E43F5E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92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5FC950-CB89-4FD8-950A-CBB367DD1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Broker</a:t>
            </a:r>
            <a:r>
              <a:rPr lang="ko-KR" altLang="en-US" dirty="0"/>
              <a:t>란</a:t>
            </a:r>
            <a:r>
              <a:rPr lang="en-US" altLang="ko-KR" dirty="0"/>
              <a:t>? (1)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3F14D5-8D8D-4E0E-9DF8-C63ABD830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Message Broker</a:t>
            </a:r>
          </a:p>
          <a:p>
            <a:pPr lvl="1"/>
            <a:r>
              <a:rPr lang="en-US" altLang="ko-KR" dirty="0"/>
              <a:t>Message-oriented</a:t>
            </a:r>
            <a:r>
              <a:rPr lang="ko-KR" altLang="en-US" dirty="0"/>
              <a:t> </a:t>
            </a:r>
            <a:r>
              <a:rPr lang="en-US" altLang="ko-KR" dirty="0"/>
              <a:t>middleware</a:t>
            </a:r>
            <a:r>
              <a:rPr lang="ko-KR" altLang="en-US" dirty="0"/>
              <a:t>가 </a:t>
            </a:r>
            <a:r>
              <a:rPr lang="en-US" altLang="ko-KR" dirty="0"/>
              <a:t>centralized</a:t>
            </a:r>
            <a:r>
              <a:rPr lang="ko-KR" altLang="en-US" dirty="0"/>
              <a:t>된 형태</a:t>
            </a:r>
            <a:endParaRPr lang="en-US" altLang="ko-KR" dirty="0"/>
          </a:p>
          <a:p>
            <a:pPr lvl="2"/>
            <a:r>
              <a:rPr lang="en-US" altLang="ko-KR" dirty="0"/>
              <a:t>Message-oriented middleware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3"/>
            <a:r>
              <a:rPr lang="en-US" altLang="ko-KR" dirty="0"/>
              <a:t>Software or hardware infrastructure supporting sending and receiving messages between distributed systems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D7C0EC-8E6C-43E5-9632-CFFFE8FB04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F7FCC9-1E77-45AD-B280-659E9646B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240" y="3591127"/>
            <a:ext cx="5887919" cy="258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88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130F-9128-4DA1-B40D-5BD1C5212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Broker</a:t>
            </a:r>
            <a:r>
              <a:rPr lang="ko-KR" altLang="en-US" dirty="0"/>
              <a:t>란</a:t>
            </a:r>
            <a:r>
              <a:rPr lang="en-US" altLang="ko-KR" dirty="0"/>
              <a:t>? (2)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3DDA64-C48F-4F56-AABB-D663E5418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Message Broker (cont.)</a:t>
            </a:r>
          </a:p>
          <a:p>
            <a:pPr lvl="1"/>
            <a:r>
              <a:rPr lang="en-US" altLang="ko-KR" dirty="0"/>
              <a:t>Message broker</a:t>
            </a:r>
            <a:r>
              <a:rPr lang="ko-KR" altLang="en-US" dirty="0"/>
              <a:t>는 </a:t>
            </a:r>
            <a:r>
              <a:rPr lang="en-US" altLang="ko-KR" dirty="0"/>
              <a:t>message-oriented middleware</a:t>
            </a:r>
            <a:r>
              <a:rPr lang="ko-KR" altLang="en-US" dirty="0"/>
              <a:t>의 역할을 중앙집권적으로 수행</a:t>
            </a:r>
            <a:endParaRPr lang="en-US" altLang="ko-KR" dirty="0"/>
          </a:p>
          <a:p>
            <a:pPr lvl="2"/>
            <a:r>
              <a:rPr lang="en-US" altLang="ko-KR" dirty="0"/>
              <a:t>Message transformation, routing, storing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089E27-6682-4BBD-AC98-46CEADD566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F582000A-BB7E-4F3F-95FA-CC4F84A89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568" y="3724200"/>
            <a:ext cx="6313264" cy="24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3678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D4284-36BF-4D81-8A19-98279091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Broker</a:t>
            </a:r>
            <a:r>
              <a:rPr lang="ko-KR" altLang="en-US" dirty="0"/>
              <a:t>란</a:t>
            </a:r>
            <a:r>
              <a:rPr lang="en-US" altLang="ko-KR" dirty="0"/>
              <a:t>? (3)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92AC1C-DCA7-4519-96AD-0A8C9993A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Message Broker</a:t>
            </a:r>
            <a:r>
              <a:rPr lang="ko-KR" altLang="en-US" dirty="0"/>
              <a:t>의 장점</a:t>
            </a:r>
            <a:endParaRPr lang="en-US" altLang="ko-KR" dirty="0"/>
          </a:p>
          <a:p>
            <a:pPr lvl="1"/>
            <a:r>
              <a:rPr lang="en-US" altLang="ko-KR" dirty="0"/>
              <a:t>Asynchronous communication</a:t>
            </a:r>
          </a:p>
          <a:p>
            <a:pPr lvl="2"/>
            <a:r>
              <a:rPr lang="en-US" altLang="ko-KR" dirty="0"/>
              <a:t>Source client</a:t>
            </a:r>
            <a:r>
              <a:rPr lang="ko-KR" altLang="en-US" dirty="0"/>
              <a:t>는 메시지를 보내고</a:t>
            </a:r>
            <a:r>
              <a:rPr lang="en-US" altLang="ko-KR" dirty="0"/>
              <a:t> </a:t>
            </a:r>
            <a:r>
              <a:rPr lang="ko-KR" altLang="en-US" dirty="0"/>
              <a:t>기다릴 필요가 없음</a:t>
            </a:r>
            <a:endParaRPr lang="en-US" altLang="ko-KR" dirty="0"/>
          </a:p>
          <a:p>
            <a:pPr lvl="2"/>
            <a:r>
              <a:rPr lang="en-US" altLang="ko-KR" dirty="0"/>
              <a:t>Destination client</a:t>
            </a:r>
            <a:r>
              <a:rPr lang="ko-KR" altLang="en-US" dirty="0"/>
              <a:t>는 메시지를 </a:t>
            </a:r>
            <a:r>
              <a:rPr lang="en-US" altLang="ko-KR" dirty="0"/>
              <a:t>polling</a:t>
            </a:r>
            <a:r>
              <a:rPr lang="ko-KR" altLang="en-US" dirty="0"/>
              <a:t>할 필요가 없음</a:t>
            </a:r>
            <a:endParaRPr lang="en-US" altLang="ko-KR" dirty="0"/>
          </a:p>
          <a:p>
            <a:pPr lvl="1"/>
            <a:r>
              <a:rPr lang="en-US" altLang="ko-KR" dirty="0"/>
              <a:t>Monitoring and filtering</a:t>
            </a:r>
          </a:p>
          <a:p>
            <a:pPr lvl="2"/>
            <a:r>
              <a:rPr lang="en-US" altLang="ko-KR" dirty="0"/>
              <a:t>Broker</a:t>
            </a:r>
            <a:r>
              <a:rPr lang="ko-KR" altLang="en-US" dirty="0"/>
              <a:t>에서 메시지의 </a:t>
            </a:r>
            <a:r>
              <a:rPr lang="en-US" altLang="ko-KR" dirty="0"/>
              <a:t>monitoring</a:t>
            </a:r>
            <a:r>
              <a:rPr lang="ko-KR" altLang="en-US" dirty="0"/>
              <a:t>이나 </a:t>
            </a:r>
            <a:r>
              <a:rPr lang="en-US" altLang="ko-KR" dirty="0"/>
              <a:t>filtering</a:t>
            </a:r>
            <a:r>
              <a:rPr lang="ko-KR" altLang="en-US" dirty="0"/>
              <a:t>이 가능</a:t>
            </a:r>
            <a:endParaRPr lang="en-US" altLang="ko-KR" dirty="0"/>
          </a:p>
          <a:p>
            <a:pPr lvl="1"/>
            <a:r>
              <a:rPr lang="en-US" altLang="ko-KR" dirty="0"/>
              <a:t>Scalability</a:t>
            </a:r>
          </a:p>
          <a:p>
            <a:pPr lvl="2"/>
            <a:r>
              <a:rPr lang="en-US" altLang="ko-KR" dirty="0"/>
              <a:t>Network of broker</a:t>
            </a:r>
            <a:r>
              <a:rPr lang="ko-KR" altLang="en-US" dirty="0"/>
              <a:t>를 통해 </a:t>
            </a:r>
            <a:r>
              <a:rPr lang="en-US" altLang="ko-KR" dirty="0"/>
              <a:t>horizontal scaling</a:t>
            </a:r>
            <a:r>
              <a:rPr lang="ko-KR" altLang="en-US" dirty="0"/>
              <a:t>이 가능</a:t>
            </a:r>
            <a:endParaRPr lang="en-US" altLang="ko-KR" dirty="0"/>
          </a:p>
          <a:p>
            <a:pPr lvl="1"/>
            <a:r>
              <a:rPr lang="en-US" altLang="ko-KR" dirty="0"/>
              <a:t>Decoupling</a:t>
            </a:r>
          </a:p>
          <a:p>
            <a:pPr lvl="2"/>
            <a:r>
              <a:rPr lang="en-US" altLang="ko-KR" dirty="0"/>
              <a:t>Client</a:t>
            </a:r>
            <a:r>
              <a:rPr lang="ko-KR" altLang="en-US" dirty="0"/>
              <a:t>들은 서로의 존재를 모르고도 통신 가능</a:t>
            </a:r>
            <a:endParaRPr lang="en-US" altLang="ko-KR" dirty="0"/>
          </a:p>
          <a:p>
            <a:pPr lvl="2"/>
            <a:r>
              <a:rPr lang="en-US" altLang="ko-KR" dirty="0"/>
              <a:t>Client</a:t>
            </a:r>
            <a:r>
              <a:rPr lang="ko-KR" altLang="en-US" dirty="0"/>
              <a:t>들이 서로 다른 하드웨어</a:t>
            </a:r>
            <a:r>
              <a:rPr lang="en-US" altLang="ko-KR" dirty="0"/>
              <a:t>, </a:t>
            </a:r>
            <a:r>
              <a:rPr lang="ko-KR" altLang="en-US" dirty="0"/>
              <a:t>통신 프로토콜을 사용해도 통신 가능 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062DB5-9B18-481E-882E-CE36A5E6A1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80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B1CBB-D434-46F1-9964-7BCCFD53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Broker</a:t>
            </a:r>
            <a:r>
              <a:rPr lang="ko-KR" altLang="en-US" dirty="0"/>
              <a:t>란</a:t>
            </a:r>
            <a:r>
              <a:rPr lang="en-US" altLang="ko-KR" dirty="0"/>
              <a:t>? (4)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2CF23-74C5-4269-B9BC-37F721F0D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Message Broker</a:t>
            </a:r>
            <a:r>
              <a:rPr lang="ko-KR" altLang="en-US" dirty="0"/>
              <a:t>의 장점 </a:t>
            </a:r>
            <a:r>
              <a:rPr lang="en-US" altLang="ko-KR" dirty="0"/>
              <a:t>(cont.)</a:t>
            </a:r>
          </a:p>
          <a:p>
            <a:pPr lvl="1"/>
            <a:r>
              <a:rPr lang="en-US" altLang="ko-KR" dirty="0"/>
              <a:t>Reliability</a:t>
            </a:r>
          </a:p>
          <a:p>
            <a:pPr lvl="2"/>
            <a:r>
              <a:rPr lang="en-US" altLang="ko-KR" dirty="0"/>
              <a:t>Client</a:t>
            </a:r>
            <a:r>
              <a:rPr lang="ko-KR" altLang="en-US" dirty="0"/>
              <a:t>와 </a:t>
            </a:r>
            <a:r>
              <a:rPr lang="en-US" altLang="ko-KR" dirty="0"/>
              <a:t>broker </a:t>
            </a:r>
            <a:r>
              <a:rPr lang="ko-KR" altLang="en-US" dirty="0"/>
              <a:t>간의 연결이 끊길 때 재전송 메커니즘 지원</a:t>
            </a:r>
            <a:endParaRPr lang="en-US" altLang="ko-KR" dirty="0"/>
          </a:p>
          <a:p>
            <a:pPr lvl="2"/>
            <a:r>
              <a:rPr lang="en-US" altLang="ko-KR" dirty="0"/>
              <a:t>Broker</a:t>
            </a:r>
            <a:r>
              <a:rPr lang="ko-KR" altLang="en-US" dirty="0"/>
              <a:t>에 전달된 메시지는 </a:t>
            </a:r>
            <a:r>
              <a:rPr lang="en-US" altLang="ko-KR" dirty="0"/>
              <a:t>broker</a:t>
            </a:r>
            <a:r>
              <a:rPr lang="ko-KR" altLang="en-US" dirty="0"/>
              <a:t>에서 보관 가능</a:t>
            </a:r>
            <a:endParaRPr lang="en-US" altLang="ko-KR" dirty="0"/>
          </a:p>
          <a:p>
            <a:pPr lvl="1"/>
            <a:r>
              <a:rPr lang="en-US" altLang="ko-KR" dirty="0"/>
              <a:t>Security</a:t>
            </a:r>
          </a:p>
          <a:p>
            <a:pPr lvl="2"/>
            <a:r>
              <a:rPr lang="en-US" altLang="ko-KR" dirty="0"/>
              <a:t>Broker</a:t>
            </a:r>
            <a:r>
              <a:rPr lang="ko-KR" altLang="en-US" dirty="0"/>
              <a:t>에서 </a:t>
            </a:r>
            <a:r>
              <a:rPr lang="en-US" altLang="ko-KR" dirty="0"/>
              <a:t>encryption</a:t>
            </a:r>
            <a:r>
              <a:rPr lang="ko-KR" altLang="en-US" dirty="0"/>
              <a:t>과 </a:t>
            </a:r>
            <a:r>
              <a:rPr lang="en-US" altLang="ko-KR" dirty="0"/>
              <a:t>authentication</a:t>
            </a:r>
            <a:r>
              <a:rPr lang="ko-KR" altLang="en-US" dirty="0"/>
              <a:t> 지원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E23B0E-4102-48E8-9A14-7EFEA9FF9C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122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8A8C4-20C9-4B61-8818-449B994A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Broker</a:t>
            </a:r>
            <a:r>
              <a:rPr lang="ko-KR" altLang="en-US" dirty="0"/>
              <a:t>란</a:t>
            </a:r>
            <a:r>
              <a:rPr lang="en-US" altLang="ko-KR" dirty="0"/>
              <a:t>? (5)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A09524-06D0-4C56-9E81-CC2FFBA30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74" y="1667095"/>
            <a:ext cx="7772400" cy="4495800"/>
          </a:xfrm>
        </p:spPr>
        <p:txBody>
          <a:bodyPr/>
          <a:lstStyle/>
          <a:p>
            <a:r>
              <a:rPr lang="en-US" altLang="ko-KR" dirty="0"/>
              <a:t>Message Broker Comparison</a:t>
            </a:r>
          </a:p>
          <a:p>
            <a:pPr lvl="1"/>
            <a:r>
              <a:rPr lang="ko-KR" altLang="en-US" dirty="0"/>
              <a:t>많이 쓰이는 오픈소스 </a:t>
            </a:r>
            <a:r>
              <a:rPr lang="en-US" altLang="ko-KR" dirty="0"/>
              <a:t>Message Broker</a:t>
            </a:r>
          </a:p>
          <a:p>
            <a:pPr lvl="2"/>
            <a:r>
              <a:rPr lang="en-US" altLang="ko-KR" dirty="0"/>
              <a:t>ActiveMQ vs. RabbitMQ vs. Kafka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8CF3DD-E947-49E2-9C20-BE16CEA5C3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14735FF9-5966-4B53-A6A1-2A3F20430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930812"/>
              </p:ext>
            </p:extLst>
          </p:nvPr>
        </p:nvGraphicFramePr>
        <p:xfrm>
          <a:off x="1331640" y="2964904"/>
          <a:ext cx="6336704" cy="2895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41150757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9201681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434911846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3030472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ActiveMQ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RabbitMQ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Kafka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62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Written in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Java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Erlang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Java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79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Supported Protocol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AMQP, STOMP, MQTT, </a:t>
                      </a:r>
                      <a:r>
                        <a:rPr lang="en-US" altLang="ko-KR" sz="1400" dirty="0" err="1"/>
                        <a:t>OpenWire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AMQP, STOMP, MQTT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TCP-based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own protocol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3062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Batch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No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No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Yes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335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Latency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High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High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Low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276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Message Priority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Yes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Yes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No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7346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Horizontal Scaling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Yes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Yes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Yes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0589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Persistence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Yes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Yes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Yes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5211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68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120C97-D69E-46B0-B6EA-ED1A28FA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Broker</a:t>
            </a:r>
            <a:r>
              <a:rPr lang="ko-KR" altLang="en-US" dirty="0"/>
              <a:t>란</a:t>
            </a:r>
            <a:r>
              <a:rPr lang="en-US" altLang="ko-KR" dirty="0"/>
              <a:t>? (6)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4D10F2-1BA4-45A4-95DF-986C4409C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우리는 </a:t>
            </a:r>
            <a:r>
              <a:rPr lang="en-US" altLang="ko-KR" dirty="0"/>
              <a:t>ActiveMQ</a:t>
            </a:r>
            <a:r>
              <a:rPr lang="ko-KR" altLang="en-US" dirty="0"/>
              <a:t>를 선택</a:t>
            </a:r>
            <a:endParaRPr lang="en-US" altLang="ko-KR" dirty="0"/>
          </a:p>
          <a:p>
            <a:pPr lvl="1"/>
            <a:r>
              <a:rPr lang="ko-KR" altLang="en-US" dirty="0"/>
              <a:t>우리의 시나리오에서 단점에 비해 장점이 매력적이기 때문</a:t>
            </a:r>
            <a:endParaRPr lang="en-US" altLang="ko-KR" dirty="0"/>
          </a:p>
          <a:p>
            <a:pPr lvl="2"/>
            <a:r>
              <a:rPr lang="ko-KR" altLang="en-US" dirty="0"/>
              <a:t>단점</a:t>
            </a:r>
            <a:endParaRPr lang="en-US" altLang="ko-KR" dirty="0"/>
          </a:p>
          <a:p>
            <a:pPr lvl="3"/>
            <a:r>
              <a:rPr lang="en-US" altLang="ko-KR" dirty="0"/>
              <a:t>High latency</a:t>
            </a:r>
          </a:p>
          <a:p>
            <a:pPr lvl="2"/>
            <a:r>
              <a:rPr lang="ko-KR" altLang="en-US" dirty="0"/>
              <a:t>장점</a:t>
            </a:r>
            <a:endParaRPr lang="en-US" altLang="ko-KR" dirty="0"/>
          </a:p>
          <a:p>
            <a:pPr lvl="3"/>
            <a:r>
              <a:rPr lang="ko-KR" altLang="en-US" dirty="0"/>
              <a:t>다양한 프로토콜 지원</a:t>
            </a:r>
            <a:endParaRPr lang="en-US" altLang="ko-KR" dirty="0"/>
          </a:p>
          <a:p>
            <a:pPr lvl="3"/>
            <a:r>
              <a:rPr lang="en-US" altLang="ko-KR" dirty="0"/>
              <a:t>Message priority</a:t>
            </a:r>
            <a:r>
              <a:rPr lang="ko-KR" altLang="en-US" dirty="0"/>
              <a:t>와 같은 다양한 기능 제공</a:t>
            </a:r>
            <a:endParaRPr lang="en-US" altLang="ko-KR" dirty="0"/>
          </a:p>
          <a:p>
            <a:pPr lvl="3"/>
            <a:r>
              <a:rPr lang="en-US" altLang="ko-KR" dirty="0"/>
              <a:t>Java</a:t>
            </a:r>
            <a:r>
              <a:rPr lang="ko-KR" altLang="en-US" dirty="0"/>
              <a:t>를 기본 언어로 하여 사용의 편리함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868F3C-CF75-4247-B9BF-D5786BECAE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71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E1C90-6CE0-407A-AA99-EA040E111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Proposal: Message Broker </a:t>
            </a:r>
            <a:r>
              <a:rPr lang="ko-KR" altLang="en-US" dirty="0"/>
              <a:t>기반</a:t>
            </a:r>
            <a:br>
              <a:rPr lang="en-US" altLang="ko-KR" dirty="0"/>
            </a:br>
            <a:r>
              <a:rPr lang="ko-KR" altLang="en-US" dirty="0"/>
              <a:t>데이터 전송 기술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E1A96E-1AF4-43BD-BC53-C567A2E22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Overall Architecture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06CC71-39F9-46E1-A566-9F34AA2D2F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8895069-A07C-4020-A758-D4203780A46C}"/>
              </a:ext>
            </a:extLst>
          </p:cNvPr>
          <p:cNvGrpSpPr/>
          <p:nvPr/>
        </p:nvGrpSpPr>
        <p:grpSpPr>
          <a:xfrm>
            <a:off x="1195469" y="3284984"/>
            <a:ext cx="1348446" cy="2518647"/>
            <a:chOff x="1078613" y="3284984"/>
            <a:chExt cx="1348446" cy="2518647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6457A15-73F6-4265-B9D7-E45501C3FD77}"/>
                </a:ext>
              </a:extLst>
            </p:cNvPr>
            <p:cNvGrpSpPr/>
            <p:nvPr/>
          </p:nvGrpSpPr>
          <p:grpSpPr>
            <a:xfrm>
              <a:off x="1331640" y="3284984"/>
              <a:ext cx="842392" cy="2364759"/>
              <a:chOff x="1331640" y="2852936"/>
              <a:chExt cx="842392" cy="2364759"/>
            </a:xfrm>
          </p:grpSpPr>
          <p:pic>
            <p:nvPicPr>
              <p:cNvPr id="6" name="그래픽 5" descr="자동차">
                <a:extLst>
                  <a:ext uri="{FF2B5EF4-FFF2-40B4-BE49-F238E27FC236}">
                    <a16:creationId xmlns:a16="http://schemas.microsoft.com/office/drawing/2014/main" id="{5A3EE3CA-AC4B-4B59-BD75-FDFD05A504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331640" y="2852936"/>
                <a:ext cx="842392" cy="842392"/>
              </a:xfrm>
              <a:prstGeom prst="rect">
                <a:avLst/>
              </a:prstGeom>
            </p:spPr>
          </p:pic>
          <p:pic>
            <p:nvPicPr>
              <p:cNvPr id="7" name="그래픽 6" descr="자동차">
                <a:extLst>
                  <a:ext uri="{FF2B5EF4-FFF2-40B4-BE49-F238E27FC236}">
                    <a16:creationId xmlns:a16="http://schemas.microsoft.com/office/drawing/2014/main" id="{24DB5E90-76F7-4B7F-819E-A2BABF4764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331640" y="3331282"/>
                <a:ext cx="842392" cy="842392"/>
              </a:xfrm>
              <a:prstGeom prst="rect">
                <a:avLst/>
              </a:prstGeom>
            </p:spPr>
          </p:pic>
          <p:pic>
            <p:nvPicPr>
              <p:cNvPr id="8" name="그래픽 7" descr="자동차">
                <a:extLst>
                  <a:ext uri="{FF2B5EF4-FFF2-40B4-BE49-F238E27FC236}">
                    <a16:creationId xmlns:a16="http://schemas.microsoft.com/office/drawing/2014/main" id="{19882B37-7AA9-4C47-B17F-8F98FF00F4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331640" y="4375303"/>
                <a:ext cx="842392" cy="842392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392EBC-AC42-4C06-BC7A-C89909F1E630}"/>
                  </a:ext>
                </a:extLst>
              </p:cNvPr>
              <p:cNvSpPr txBox="1"/>
              <p:nvPr/>
            </p:nvSpPr>
            <p:spPr>
              <a:xfrm>
                <a:off x="1558479" y="4048786"/>
                <a:ext cx="615553" cy="451406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…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F262DCE-8D59-443D-B5A1-81024B2EF3D4}"/>
                </a:ext>
              </a:extLst>
            </p:cNvPr>
            <p:cNvSpPr txBox="1"/>
            <p:nvPr/>
          </p:nvSpPr>
          <p:spPr>
            <a:xfrm>
              <a:off x="1078613" y="5495854"/>
              <a:ext cx="13484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tx1"/>
                  </a:solidFill>
                </a:rPr>
                <a:t>Edge Devices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C883D3B5-93B7-400B-9808-864738CABD6E}"/>
              </a:ext>
            </a:extLst>
          </p:cNvPr>
          <p:cNvGrpSpPr/>
          <p:nvPr/>
        </p:nvGrpSpPr>
        <p:grpSpPr>
          <a:xfrm>
            <a:off x="3908208" y="1905245"/>
            <a:ext cx="1359667" cy="1182879"/>
            <a:chOff x="3795908" y="2308002"/>
            <a:chExt cx="1359667" cy="1182879"/>
          </a:xfrm>
        </p:grpSpPr>
        <p:pic>
          <p:nvPicPr>
            <p:cNvPr id="12" name="그래픽 11" descr="서버">
              <a:extLst>
                <a:ext uri="{FF2B5EF4-FFF2-40B4-BE49-F238E27FC236}">
                  <a16:creationId xmlns:a16="http://schemas.microsoft.com/office/drawing/2014/main" id="{D37C9DEE-7F4D-4FAC-BDB6-63F2E12D2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34892" y="2308002"/>
              <a:ext cx="681699" cy="681699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5BB6180-7D4C-4752-A4D2-96005B2C0855}"/>
                </a:ext>
              </a:extLst>
            </p:cNvPr>
            <p:cNvSpPr txBox="1"/>
            <p:nvPr/>
          </p:nvSpPr>
          <p:spPr>
            <a:xfrm>
              <a:off x="3795908" y="2967661"/>
              <a:ext cx="13596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Broker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Administrator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1C527A0-54AC-4A75-BF1A-CE6564602EEC}"/>
              </a:ext>
            </a:extLst>
          </p:cNvPr>
          <p:cNvGrpSpPr/>
          <p:nvPr/>
        </p:nvGrpSpPr>
        <p:grpSpPr>
          <a:xfrm>
            <a:off x="3734028" y="3763330"/>
            <a:ext cx="1717137" cy="2724935"/>
            <a:chOff x="3478214" y="3751843"/>
            <a:chExt cx="1717137" cy="2724935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8DE0BC0-7A4E-47ED-8EEE-DF1C175D58F5}"/>
                </a:ext>
              </a:extLst>
            </p:cNvPr>
            <p:cNvGrpSpPr/>
            <p:nvPr/>
          </p:nvGrpSpPr>
          <p:grpSpPr>
            <a:xfrm>
              <a:off x="3995935" y="3751843"/>
              <a:ext cx="759571" cy="2458438"/>
              <a:chOff x="3995934" y="3623934"/>
              <a:chExt cx="759571" cy="2458438"/>
            </a:xfrm>
          </p:grpSpPr>
          <p:pic>
            <p:nvPicPr>
              <p:cNvPr id="16" name="그래픽 15" descr="서버">
                <a:extLst>
                  <a:ext uri="{FF2B5EF4-FFF2-40B4-BE49-F238E27FC236}">
                    <a16:creationId xmlns:a16="http://schemas.microsoft.com/office/drawing/2014/main" id="{808F55BF-6513-497E-869D-2CF687A6FE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995934" y="3623934"/>
                <a:ext cx="681699" cy="681699"/>
              </a:xfrm>
              <a:prstGeom prst="rect">
                <a:avLst/>
              </a:prstGeom>
            </p:spPr>
          </p:pic>
          <p:pic>
            <p:nvPicPr>
              <p:cNvPr id="17" name="그래픽 16" descr="서버">
                <a:extLst>
                  <a:ext uri="{FF2B5EF4-FFF2-40B4-BE49-F238E27FC236}">
                    <a16:creationId xmlns:a16="http://schemas.microsoft.com/office/drawing/2014/main" id="{761F8DF1-414C-4D7E-A449-53B3228DE9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995934" y="4267568"/>
                <a:ext cx="681699" cy="681699"/>
              </a:xfrm>
              <a:prstGeom prst="rect">
                <a:avLst/>
              </a:prstGeom>
            </p:spPr>
          </p:pic>
          <p:pic>
            <p:nvPicPr>
              <p:cNvPr id="18" name="그래픽 17" descr="서버">
                <a:extLst>
                  <a:ext uri="{FF2B5EF4-FFF2-40B4-BE49-F238E27FC236}">
                    <a16:creationId xmlns:a16="http://schemas.microsoft.com/office/drawing/2014/main" id="{C1DDD9BD-BD51-4FF3-8312-D27EABC122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995934" y="5400673"/>
                <a:ext cx="681699" cy="681699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E78436-85A8-4DA4-94D7-9C539B202989}"/>
                  </a:ext>
                </a:extLst>
              </p:cNvPr>
              <p:cNvSpPr txBox="1"/>
              <p:nvPr/>
            </p:nvSpPr>
            <p:spPr>
              <a:xfrm>
                <a:off x="4139952" y="4949267"/>
                <a:ext cx="615553" cy="451406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…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FC8ED55-4AF3-4C5B-B6F5-88146D68F65B}"/>
                </a:ext>
              </a:extLst>
            </p:cNvPr>
            <p:cNvSpPr txBox="1"/>
            <p:nvPr/>
          </p:nvSpPr>
          <p:spPr>
            <a:xfrm>
              <a:off x="3478214" y="6169001"/>
              <a:ext cx="17171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tx1"/>
                  </a:solidFill>
                </a:rPr>
                <a:t>Message Brokers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773A1C0-1DF9-4F2F-8EB9-DA7C1821DD64}"/>
              </a:ext>
            </a:extLst>
          </p:cNvPr>
          <p:cNvGrpSpPr/>
          <p:nvPr/>
        </p:nvGrpSpPr>
        <p:grpSpPr>
          <a:xfrm>
            <a:off x="6694619" y="3307603"/>
            <a:ext cx="1189749" cy="2865359"/>
            <a:chOff x="6577763" y="3307603"/>
            <a:chExt cx="1189749" cy="2865359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51C33F5E-847C-4819-BD09-EA462B02477B}"/>
                </a:ext>
              </a:extLst>
            </p:cNvPr>
            <p:cNvGrpSpPr/>
            <p:nvPr/>
          </p:nvGrpSpPr>
          <p:grpSpPr>
            <a:xfrm>
              <a:off x="6715438" y="3307603"/>
              <a:ext cx="914400" cy="2346462"/>
              <a:chOff x="6372200" y="3115622"/>
              <a:chExt cx="914400" cy="2346462"/>
            </a:xfrm>
          </p:grpSpPr>
          <p:pic>
            <p:nvPicPr>
              <p:cNvPr id="14" name="그래픽 13" descr="데이터베이스">
                <a:extLst>
                  <a:ext uri="{FF2B5EF4-FFF2-40B4-BE49-F238E27FC236}">
                    <a16:creationId xmlns:a16="http://schemas.microsoft.com/office/drawing/2014/main" id="{B154C1CF-BACB-431D-B693-B1300EFAB6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372200" y="311562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1" name="그래픽 20" descr="데이터베이스">
                <a:extLst>
                  <a:ext uri="{FF2B5EF4-FFF2-40B4-BE49-F238E27FC236}">
                    <a16:creationId xmlns:a16="http://schemas.microsoft.com/office/drawing/2014/main" id="{9E0836A9-AF32-48E8-A8A5-F000488EC0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372200" y="4547684"/>
                <a:ext cx="914400" cy="914400"/>
              </a:xfrm>
              <a:prstGeom prst="rect">
                <a:avLst/>
              </a:prstGeom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CBCC897-5859-4D11-A4D6-AA6C0086F94C}"/>
                  </a:ext>
                </a:extLst>
              </p:cNvPr>
              <p:cNvSpPr txBox="1"/>
              <p:nvPr/>
            </p:nvSpPr>
            <p:spPr>
              <a:xfrm>
                <a:off x="6648835" y="4063150"/>
                <a:ext cx="615553" cy="451406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…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FB1F842-3173-42AE-8741-023D030A992F}"/>
                </a:ext>
              </a:extLst>
            </p:cNvPr>
            <p:cNvSpPr txBox="1"/>
            <p:nvPr/>
          </p:nvSpPr>
          <p:spPr>
            <a:xfrm>
              <a:off x="6577763" y="5649742"/>
              <a:ext cx="1189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Data Center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Servers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8C9827A4-08EA-44C5-8B01-5723F1849FB8}"/>
              </a:ext>
            </a:extLst>
          </p:cNvPr>
          <p:cNvSpPr/>
          <p:nvPr/>
        </p:nvSpPr>
        <p:spPr bwMode="auto">
          <a:xfrm>
            <a:off x="2583542" y="4605722"/>
            <a:ext cx="1416602" cy="234758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800" b="1" i="0" u="none" strike="noStrike" cap="none" normalizeH="0" baseline="0" dirty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C6955771-E978-4425-AAD5-0B06A8813728}"/>
              </a:ext>
            </a:extLst>
          </p:cNvPr>
          <p:cNvSpPr/>
          <p:nvPr/>
        </p:nvSpPr>
        <p:spPr bwMode="auto">
          <a:xfrm rot="16200000">
            <a:off x="4326432" y="3318411"/>
            <a:ext cx="523220" cy="201629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800" b="1" i="0" u="none" strike="noStrike" cap="none" normalizeH="0" baseline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14F38610-9EC9-4167-8534-DFBD2AB99D65}"/>
              </a:ext>
            </a:extLst>
          </p:cNvPr>
          <p:cNvSpPr/>
          <p:nvPr/>
        </p:nvSpPr>
        <p:spPr bwMode="auto">
          <a:xfrm rot="8410981">
            <a:off x="2491428" y="2970391"/>
            <a:ext cx="1468794" cy="244238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800" b="1" i="0" u="none" strike="noStrike" cap="none" normalizeH="0" baseline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61" name="화살표: 오른쪽 60">
            <a:extLst>
              <a:ext uri="{FF2B5EF4-FFF2-40B4-BE49-F238E27FC236}">
                <a16:creationId xmlns:a16="http://schemas.microsoft.com/office/drawing/2014/main" id="{BE1E5425-8149-4976-BCB6-D945EE1469D1}"/>
              </a:ext>
            </a:extLst>
          </p:cNvPr>
          <p:cNvSpPr/>
          <p:nvPr/>
        </p:nvSpPr>
        <p:spPr bwMode="auto">
          <a:xfrm rot="2522674">
            <a:off x="5256300" y="2958859"/>
            <a:ext cx="1468794" cy="244238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800" b="1" i="0" u="none" strike="noStrike" cap="none" normalizeH="0" baseline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5E8D76-257A-4590-9AC8-6B0ACC2544E2}"/>
              </a:ext>
            </a:extLst>
          </p:cNvPr>
          <p:cNvSpPr txBox="1"/>
          <p:nvPr/>
        </p:nvSpPr>
        <p:spPr>
          <a:xfrm>
            <a:off x="1885347" y="2762106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</a:rPr>
              <a:t>Get list of brokers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832CE2-4E81-4002-82A3-566D1F8ACF8B}"/>
              </a:ext>
            </a:extLst>
          </p:cNvPr>
          <p:cNvSpPr txBox="1"/>
          <p:nvPr/>
        </p:nvSpPr>
        <p:spPr>
          <a:xfrm>
            <a:off x="5999557" y="2761095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>
                <a:solidFill>
                  <a:schemeClr val="tx1"/>
                </a:solidFill>
              </a:rPr>
              <a:t>Get list </a:t>
            </a:r>
            <a:r>
              <a:rPr lang="en-US" altLang="ko-KR" sz="1200" b="0" dirty="0">
                <a:solidFill>
                  <a:schemeClr val="tx1"/>
                </a:solidFill>
              </a:rPr>
              <a:t>of brokers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6F07FD-AF1C-4176-BDE4-EDA6CAF3C443}"/>
              </a:ext>
            </a:extLst>
          </p:cNvPr>
          <p:cNvSpPr txBox="1"/>
          <p:nvPr/>
        </p:nvSpPr>
        <p:spPr>
          <a:xfrm>
            <a:off x="4637284" y="3212976"/>
            <a:ext cx="1098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</a:rPr>
              <a:t>Register in</a:t>
            </a:r>
          </a:p>
          <a:p>
            <a:pPr algn="ctr"/>
            <a:r>
              <a:rPr lang="en-US" altLang="ko-KR" sz="1200" b="0" dirty="0">
                <a:solidFill>
                  <a:schemeClr val="tx1"/>
                </a:solidFill>
              </a:rPr>
              <a:t>list of brokers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F23825-5895-4ED4-B815-68BE9D1399BC}"/>
              </a:ext>
            </a:extLst>
          </p:cNvPr>
          <p:cNvSpPr txBox="1"/>
          <p:nvPr/>
        </p:nvSpPr>
        <p:spPr>
          <a:xfrm>
            <a:off x="2597825" y="4857044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>
                <a:solidFill>
                  <a:schemeClr val="tx1"/>
                </a:solidFill>
              </a:rPr>
              <a:t>Send messages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3A17269-910F-4A36-8E1B-09B70CBA9811}"/>
              </a:ext>
            </a:extLst>
          </p:cNvPr>
          <p:cNvSpPr txBox="1"/>
          <p:nvPr/>
        </p:nvSpPr>
        <p:spPr>
          <a:xfrm>
            <a:off x="5217611" y="5054100"/>
            <a:ext cx="1479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</a:rPr>
              <a:t>Receive messages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144D643-59F5-467E-BFD0-6969BC089D93}"/>
              </a:ext>
            </a:extLst>
          </p:cNvPr>
          <p:cNvSpPr txBox="1"/>
          <p:nvPr/>
        </p:nvSpPr>
        <p:spPr>
          <a:xfrm>
            <a:off x="2503558" y="4336187"/>
            <a:ext cx="1608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</a:rPr>
              <a:t>Register as producer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F4D9484-A625-4E67-93E1-35584FE43AF8}"/>
              </a:ext>
            </a:extLst>
          </p:cNvPr>
          <p:cNvSpPr txBox="1"/>
          <p:nvPr/>
        </p:nvSpPr>
        <p:spPr>
          <a:xfrm>
            <a:off x="5141553" y="4106029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</a:rPr>
              <a:t>Register as consumer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CCAAB1E5-6299-44F1-9DE8-12DDC20C23A3}"/>
              </a:ext>
            </a:extLst>
          </p:cNvPr>
          <p:cNvSpPr/>
          <p:nvPr/>
        </p:nvSpPr>
        <p:spPr bwMode="auto">
          <a:xfrm>
            <a:off x="5282396" y="4801133"/>
            <a:ext cx="1416602" cy="234758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800" b="1" i="0" u="none" strike="noStrike" cap="none" normalizeH="0" baseline="0" dirty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ea typeface="굴림체" pitchFamily="49" charset="-127"/>
            </a:endParaRPr>
          </a:p>
        </p:txBody>
      </p:sp>
      <p:sp>
        <p:nvSpPr>
          <p:cNvPr id="70" name="화살표: 오른쪽 69">
            <a:extLst>
              <a:ext uri="{FF2B5EF4-FFF2-40B4-BE49-F238E27FC236}">
                <a16:creationId xmlns:a16="http://schemas.microsoft.com/office/drawing/2014/main" id="{2247B09A-2E1B-4A95-9E81-722A73C12D64}"/>
              </a:ext>
            </a:extLst>
          </p:cNvPr>
          <p:cNvSpPr/>
          <p:nvPr/>
        </p:nvSpPr>
        <p:spPr bwMode="auto">
          <a:xfrm rot="10800000">
            <a:off x="5267875" y="4391316"/>
            <a:ext cx="1416602" cy="234758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800" b="1" i="0" u="none" strike="noStrike" cap="none" normalizeH="0" baseline="0" dirty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ea typeface="굴림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9272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E77E6F-47AB-461E-ADD4-D6E868B1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Proposal: Message Broker </a:t>
            </a:r>
            <a:r>
              <a:rPr lang="ko-KR" altLang="en-US" dirty="0"/>
              <a:t>기반</a:t>
            </a:r>
            <a:br>
              <a:rPr lang="en-US" altLang="ko-KR" dirty="0"/>
            </a:br>
            <a:r>
              <a:rPr lang="ko-KR" altLang="en-US" dirty="0"/>
              <a:t>데이터 전송 기술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77BB-1E45-441A-8817-C3A775A65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 방법</a:t>
            </a:r>
            <a:endParaRPr lang="en-US" altLang="ko-KR" dirty="0"/>
          </a:p>
          <a:p>
            <a:pPr lvl="1"/>
            <a:r>
              <a:rPr lang="ko-KR" altLang="en-US" dirty="0"/>
              <a:t>설치 방법은 첨부한 소스코드의 </a:t>
            </a:r>
            <a:r>
              <a:rPr lang="en-US" altLang="ko-KR" dirty="0"/>
              <a:t>README.md </a:t>
            </a:r>
            <a:r>
              <a:rPr lang="ko-KR" altLang="en-US" dirty="0"/>
              <a:t>참고</a:t>
            </a:r>
            <a:endParaRPr lang="en-US" altLang="ko-KR" dirty="0"/>
          </a:p>
          <a:p>
            <a:pPr lvl="1"/>
            <a:r>
              <a:rPr lang="en-US" altLang="ko-KR" dirty="0"/>
              <a:t>Edge device</a:t>
            </a:r>
            <a:r>
              <a:rPr lang="ko-KR" altLang="en-US" dirty="0"/>
              <a:t>와 </a:t>
            </a:r>
            <a:r>
              <a:rPr lang="en-US" altLang="ko-KR" dirty="0"/>
              <a:t>data center server</a:t>
            </a:r>
            <a:r>
              <a:rPr lang="ko-KR" altLang="en-US" dirty="0"/>
              <a:t>에서 데이터 송수신을 위해 우리가 제공하는 </a:t>
            </a:r>
            <a:r>
              <a:rPr lang="en-US" altLang="ko-KR" dirty="0"/>
              <a:t>API</a:t>
            </a:r>
            <a:r>
              <a:rPr lang="ko-KR" altLang="en-US" dirty="0"/>
              <a:t>는 다음장에서 설명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79B0B2-FC5B-43A6-AC5A-531030000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731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35008-E8DC-4614-9FE8-04FAF2A2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Proposal: Message Broker </a:t>
            </a:r>
            <a:r>
              <a:rPr lang="ko-KR" altLang="en-US" dirty="0"/>
              <a:t>기반</a:t>
            </a:r>
            <a:br>
              <a:rPr lang="en-US" altLang="ko-KR" dirty="0"/>
            </a:br>
            <a:r>
              <a:rPr lang="ko-KR" altLang="en-US" dirty="0"/>
              <a:t>데이터 전송 기술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F9B9C-F993-4C2F-B8A0-B0C2B4C72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r>
              <a:rPr lang="en-US" altLang="ko-KR" dirty="0"/>
              <a:t>Proposed API for edge device</a:t>
            </a:r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가지 </a:t>
            </a:r>
            <a:r>
              <a:rPr lang="en-US" altLang="ko-KR" dirty="0"/>
              <a:t>C++ </a:t>
            </a:r>
            <a:r>
              <a:rPr lang="ko-KR" altLang="en-US" dirty="0"/>
              <a:t>함수 제공</a:t>
            </a:r>
            <a:endParaRPr lang="en-US" altLang="ko-KR" dirty="0"/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void connect(string IP)</a:t>
            </a:r>
          </a:p>
          <a:p>
            <a:pPr lvl="3"/>
            <a:r>
              <a:rPr lang="en-US" altLang="ko-KR" dirty="0"/>
              <a:t>Parameter</a:t>
            </a:r>
          </a:p>
          <a:p>
            <a:pPr lvl="4"/>
            <a:r>
              <a:rPr lang="en-US" altLang="ko-KR" dirty="0"/>
              <a:t>Broker administrator</a:t>
            </a:r>
            <a:r>
              <a:rPr lang="ko-KR" altLang="en-US" dirty="0"/>
              <a:t>의 </a:t>
            </a:r>
            <a:r>
              <a:rPr lang="en-US" altLang="ko-KR" dirty="0"/>
              <a:t>IP address</a:t>
            </a:r>
          </a:p>
          <a:p>
            <a:pPr lvl="3"/>
            <a:r>
              <a:rPr lang="en-US" altLang="ko-KR" dirty="0"/>
              <a:t>Description</a:t>
            </a:r>
          </a:p>
          <a:p>
            <a:pPr lvl="4"/>
            <a:r>
              <a:rPr lang="en-US" altLang="ko-KR" dirty="0"/>
              <a:t>Broker administrator</a:t>
            </a:r>
            <a:r>
              <a:rPr lang="ko-KR" altLang="en-US" dirty="0"/>
              <a:t>로부터 </a:t>
            </a:r>
            <a:r>
              <a:rPr lang="en-US" altLang="ko-KR" dirty="0"/>
              <a:t>broker list</a:t>
            </a:r>
            <a:r>
              <a:rPr lang="ko-KR" altLang="en-US" dirty="0"/>
              <a:t>를 받아와서</a:t>
            </a:r>
            <a:r>
              <a:rPr lang="en-US" altLang="ko-KR" dirty="0"/>
              <a:t>,</a:t>
            </a:r>
            <a:r>
              <a:rPr lang="ko-KR" altLang="en-US" dirty="0"/>
              <a:t> 자신을 </a:t>
            </a:r>
            <a:r>
              <a:rPr lang="en-US" altLang="ko-KR" dirty="0"/>
              <a:t>message broker</a:t>
            </a:r>
            <a:r>
              <a:rPr lang="ko-KR" altLang="en-US" dirty="0"/>
              <a:t>에 </a:t>
            </a:r>
            <a:r>
              <a:rPr lang="en-US" altLang="ko-KR" dirty="0"/>
              <a:t>producer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등록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5EBF3B-A3F8-4A01-8F03-F3F219FDBF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576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35008-E8DC-4614-9FE8-04FAF2A2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Proposal: Message Broker </a:t>
            </a:r>
            <a:r>
              <a:rPr lang="ko-KR" altLang="en-US" dirty="0"/>
              <a:t>기반</a:t>
            </a:r>
            <a:br>
              <a:rPr lang="en-US" altLang="ko-KR" dirty="0"/>
            </a:br>
            <a:r>
              <a:rPr lang="ko-KR" altLang="en-US" dirty="0"/>
              <a:t>데이터 전송 기술 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F9B9C-F993-4C2F-B8A0-B0C2B4C72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r>
              <a:rPr lang="en-US" altLang="ko-KR" dirty="0"/>
              <a:t>Proposed API for edge device</a:t>
            </a:r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가지 </a:t>
            </a:r>
            <a:r>
              <a:rPr lang="en-US" altLang="ko-KR" dirty="0"/>
              <a:t>C++ </a:t>
            </a:r>
            <a:r>
              <a:rPr lang="ko-KR" altLang="en-US" dirty="0"/>
              <a:t>함수 제공 </a:t>
            </a:r>
            <a:r>
              <a:rPr lang="en-US" altLang="ko-KR" dirty="0"/>
              <a:t>(cont.)</a:t>
            </a:r>
          </a:p>
          <a:p>
            <a:pPr marL="1257300" lvl="2" indent="-342900">
              <a:buFont typeface="+mj-lt"/>
              <a:buAutoNum type="arabicPeriod" startAt="2"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void send(string tag, string data)</a:t>
            </a:r>
          </a:p>
          <a:p>
            <a:pPr lvl="3"/>
            <a:r>
              <a:rPr lang="en-US" altLang="ko-KR" dirty="0"/>
              <a:t>Parameter</a:t>
            </a:r>
          </a:p>
          <a:p>
            <a:pPr lvl="4"/>
            <a:r>
              <a:rPr lang="en-US" altLang="ko-KR" dirty="0"/>
              <a:t>Tag</a:t>
            </a:r>
            <a:r>
              <a:rPr lang="ko-KR" altLang="en-US" dirty="0"/>
              <a:t>와 전송할 데이터</a:t>
            </a:r>
            <a:endParaRPr lang="en-US" altLang="ko-KR" dirty="0"/>
          </a:p>
          <a:p>
            <a:pPr lvl="3"/>
            <a:r>
              <a:rPr lang="en-US" altLang="ko-KR" dirty="0"/>
              <a:t>Description</a:t>
            </a:r>
          </a:p>
          <a:p>
            <a:pPr lvl="4"/>
            <a:r>
              <a:rPr lang="ko-KR" altLang="en-US" dirty="0"/>
              <a:t>보낸 곳의 </a:t>
            </a:r>
            <a:r>
              <a:rPr lang="en-US" altLang="ko-KR" dirty="0"/>
              <a:t>tag</a:t>
            </a:r>
            <a:r>
              <a:rPr lang="ko-KR" altLang="en-US" dirty="0"/>
              <a:t>와 받는 곳의 </a:t>
            </a:r>
            <a:r>
              <a:rPr lang="en-US" altLang="ko-KR" dirty="0"/>
              <a:t>tag</a:t>
            </a:r>
            <a:r>
              <a:rPr lang="ko-KR" altLang="en-US" dirty="0"/>
              <a:t>가 일치하는 경우에 데이터를 전송</a:t>
            </a:r>
            <a:endParaRPr lang="en-US" altLang="ko-KR" dirty="0"/>
          </a:p>
          <a:p>
            <a:pPr lvl="4"/>
            <a:r>
              <a:rPr lang="ko-KR" altLang="en-US" dirty="0"/>
              <a:t>데이터를 전송하기 전에 </a:t>
            </a:r>
            <a:r>
              <a:rPr lang="en-US" altLang="ko-KR" dirty="0"/>
              <a:t>broker</a:t>
            </a:r>
            <a:r>
              <a:rPr lang="ko-KR" altLang="en-US" dirty="0"/>
              <a:t>에서 미리 </a:t>
            </a:r>
            <a:r>
              <a:rPr lang="en-US" altLang="ko-KR" dirty="0"/>
              <a:t>tag</a:t>
            </a:r>
            <a:r>
              <a:rPr lang="ko-KR" altLang="en-US" dirty="0"/>
              <a:t>를 지정해야 함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5EBF3B-A3F8-4A01-8F03-F3F219FDBF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812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35008-E8DC-4614-9FE8-04FAF2A2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Proposal: Message Broker </a:t>
            </a:r>
            <a:r>
              <a:rPr lang="ko-KR" altLang="en-US" dirty="0"/>
              <a:t>기반</a:t>
            </a:r>
            <a:br>
              <a:rPr lang="en-US" altLang="ko-KR" dirty="0"/>
            </a:br>
            <a:r>
              <a:rPr lang="ko-KR" altLang="en-US" dirty="0"/>
              <a:t>데이터 전송 기술 </a:t>
            </a:r>
            <a:r>
              <a:rPr lang="en-US" altLang="ko-KR" dirty="0"/>
              <a:t>(5)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F9B9C-F993-4C2F-B8A0-B0C2B4C72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Proposed API</a:t>
            </a:r>
            <a:r>
              <a:rPr lang="ko-KR" altLang="en-US" dirty="0"/>
              <a:t> </a:t>
            </a:r>
            <a:r>
              <a:rPr lang="en-US" altLang="ko-KR" dirty="0"/>
              <a:t>for data center server</a:t>
            </a:r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가지 </a:t>
            </a:r>
            <a:r>
              <a:rPr lang="en-US" altLang="ko-KR" dirty="0"/>
              <a:t>C++ </a:t>
            </a:r>
            <a:r>
              <a:rPr lang="ko-KR" altLang="en-US" dirty="0"/>
              <a:t>함수 제공</a:t>
            </a:r>
            <a:endParaRPr lang="en-US" altLang="ko-KR" dirty="0"/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void connect(string IP)</a:t>
            </a:r>
          </a:p>
          <a:p>
            <a:pPr lvl="3"/>
            <a:r>
              <a:rPr lang="en-US" altLang="ko-KR" dirty="0"/>
              <a:t>Parameter</a:t>
            </a:r>
          </a:p>
          <a:p>
            <a:pPr lvl="4"/>
            <a:r>
              <a:rPr lang="en-US" altLang="ko-KR" dirty="0"/>
              <a:t>Broker administrator</a:t>
            </a:r>
            <a:r>
              <a:rPr lang="ko-KR" altLang="en-US" dirty="0"/>
              <a:t>의 </a:t>
            </a:r>
            <a:r>
              <a:rPr lang="en-US" altLang="ko-KR" dirty="0"/>
              <a:t>IP address</a:t>
            </a:r>
          </a:p>
          <a:p>
            <a:pPr lvl="3"/>
            <a:r>
              <a:rPr lang="en-US" altLang="ko-KR" dirty="0"/>
              <a:t>Description</a:t>
            </a:r>
          </a:p>
          <a:p>
            <a:pPr lvl="4"/>
            <a:r>
              <a:rPr lang="en-US" altLang="ko-KR" dirty="0"/>
              <a:t>Broker administrator</a:t>
            </a:r>
            <a:r>
              <a:rPr lang="ko-KR" altLang="en-US" dirty="0"/>
              <a:t>로부터 </a:t>
            </a:r>
            <a:r>
              <a:rPr lang="en-US" altLang="ko-KR" dirty="0"/>
              <a:t>broker list</a:t>
            </a:r>
            <a:r>
              <a:rPr lang="ko-KR" altLang="en-US" dirty="0"/>
              <a:t>를 받아와서</a:t>
            </a:r>
            <a:r>
              <a:rPr lang="en-US" altLang="ko-KR" dirty="0"/>
              <a:t>,</a:t>
            </a:r>
            <a:r>
              <a:rPr lang="ko-KR" altLang="en-US" dirty="0"/>
              <a:t> 자신을 </a:t>
            </a:r>
            <a:r>
              <a:rPr lang="en-US" altLang="ko-KR" dirty="0"/>
              <a:t>message broker</a:t>
            </a:r>
            <a:r>
              <a:rPr lang="ko-KR" altLang="en-US" dirty="0"/>
              <a:t>에 </a:t>
            </a:r>
            <a:r>
              <a:rPr lang="en-US" altLang="ko-KR" dirty="0"/>
              <a:t>consumer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등록</a:t>
            </a:r>
            <a:endParaRPr lang="en-US" altLang="ko-KR" dirty="0"/>
          </a:p>
          <a:p>
            <a:pPr lvl="3"/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5EBF3B-A3F8-4A01-8F03-F3F219FDBF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252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35008-E8DC-4614-9FE8-04FAF2A2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Proposal: Message Broker </a:t>
            </a:r>
            <a:r>
              <a:rPr lang="ko-KR" altLang="en-US" dirty="0"/>
              <a:t>기반</a:t>
            </a:r>
            <a:br>
              <a:rPr lang="en-US" altLang="ko-KR" dirty="0"/>
            </a:br>
            <a:r>
              <a:rPr lang="ko-KR" altLang="en-US" dirty="0"/>
              <a:t>데이터 전송 기술 </a:t>
            </a:r>
            <a:r>
              <a:rPr lang="en-US" altLang="ko-KR" dirty="0"/>
              <a:t>(6)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F9B9C-F993-4C2F-B8A0-B0C2B4C72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Proposed API</a:t>
            </a:r>
            <a:r>
              <a:rPr lang="ko-KR" altLang="en-US" dirty="0"/>
              <a:t> </a:t>
            </a:r>
            <a:r>
              <a:rPr lang="en-US" altLang="ko-KR" dirty="0"/>
              <a:t>for data center server</a:t>
            </a:r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가지 </a:t>
            </a:r>
            <a:r>
              <a:rPr lang="en-US" altLang="ko-KR" dirty="0"/>
              <a:t>C++ </a:t>
            </a:r>
            <a:r>
              <a:rPr lang="ko-KR" altLang="en-US" dirty="0"/>
              <a:t>함수 제공 </a:t>
            </a:r>
            <a:r>
              <a:rPr lang="en-US" altLang="ko-KR" dirty="0"/>
              <a:t>(cont.)</a:t>
            </a:r>
          </a:p>
          <a:p>
            <a:pPr marL="1257300" lvl="2" indent="-342900">
              <a:buFont typeface="+mj-lt"/>
              <a:buAutoNum type="arabicPeriod" startAt="2"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void receive(string tag, vector&lt;string&gt;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receive_vector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3"/>
            <a:r>
              <a:rPr lang="en-US" altLang="ko-KR" dirty="0"/>
              <a:t>Parameter</a:t>
            </a:r>
          </a:p>
          <a:p>
            <a:pPr lvl="4"/>
            <a:r>
              <a:rPr lang="en-US" altLang="ko-KR" dirty="0"/>
              <a:t>Tag</a:t>
            </a:r>
            <a:r>
              <a:rPr lang="ko-KR" altLang="en-US" dirty="0"/>
              <a:t>와 수신한 데이터를 저장할 </a:t>
            </a:r>
            <a:r>
              <a:rPr lang="en-US" altLang="ko-KR" dirty="0"/>
              <a:t>vector</a:t>
            </a:r>
          </a:p>
          <a:p>
            <a:pPr lvl="3"/>
            <a:r>
              <a:rPr lang="en-US" altLang="ko-KR" dirty="0"/>
              <a:t>Description</a:t>
            </a:r>
          </a:p>
          <a:p>
            <a:pPr lvl="4"/>
            <a:r>
              <a:rPr lang="ko-KR" altLang="en-US" dirty="0"/>
              <a:t>보낸 곳의 </a:t>
            </a:r>
            <a:r>
              <a:rPr lang="en-US" altLang="ko-KR" dirty="0"/>
              <a:t>tag</a:t>
            </a:r>
            <a:r>
              <a:rPr lang="ko-KR" altLang="en-US" dirty="0"/>
              <a:t>와 받는 곳의 </a:t>
            </a:r>
            <a:r>
              <a:rPr lang="en-US" altLang="ko-KR" dirty="0"/>
              <a:t>tag</a:t>
            </a:r>
            <a:r>
              <a:rPr lang="ko-KR" altLang="en-US" dirty="0"/>
              <a:t>가 일치하는 경우 데이터를 수신</a:t>
            </a:r>
            <a:endParaRPr lang="en-US" altLang="ko-KR" dirty="0"/>
          </a:p>
          <a:p>
            <a:pPr lvl="4"/>
            <a:r>
              <a:rPr lang="ko-KR" altLang="en-US" dirty="0"/>
              <a:t>데이터를 수신하기 전에 </a:t>
            </a:r>
            <a:r>
              <a:rPr lang="en-US" altLang="ko-KR" dirty="0"/>
              <a:t>broker</a:t>
            </a:r>
            <a:r>
              <a:rPr lang="ko-KR" altLang="en-US" dirty="0"/>
              <a:t>에서 미리 </a:t>
            </a:r>
            <a:r>
              <a:rPr lang="en-US" altLang="ko-KR" dirty="0"/>
              <a:t>tag</a:t>
            </a:r>
            <a:r>
              <a:rPr lang="ko-KR" altLang="en-US" dirty="0"/>
              <a:t>를 지정해야 함</a:t>
            </a:r>
            <a:endParaRPr lang="en-US" altLang="ko-KR" dirty="0"/>
          </a:p>
          <a:p>
            <a:pPr lvl="4"/>
            <a:r>
              <a:rPr lang="ko-KR" altLang="en-US" dirty="0"/>
              <a:t>데이터는 동기적으로 수신됨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5EBF3B-A3F8-4A01-8F03-F3F219FDBF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758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35008-E8DC-4614-9FE8-04FAF2A2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Proposal: Message Broker </a:t>
            </a:r>
            <a:r>
              <a:rPr lang="ko-KR" altLang="en-US" dirty="0"/>
              <a:t>기반</a:t>
            </a:r>
            <a:br>
              <a:rPr lang="en-US" altLang="ko-KR" dirty="0"/>
            </a:br>
            <a:r>
              <a:rPr lang="ko-KR" altLang="en-US" dirty="0"/>
              <a:t>데이터 전송 기술 </a:t>
            </a:r>
            <a:r>
              <a:rPr lang="en-US" altLang="ko-KR" dirty="0"/>
              <a:t>(7)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F9B9C-F993-4C2F-B8A0-B0C2B4C72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Proposed API</a:t>
            </a:r>
            <a:r>
              <a:rPr lang="ko-KR" altLang="en-US" dirty="0"/>
              <a:t> </a:t>
            </a:r>
            <a:r>
              <a:rPr lang="en-US" altLang="ko-KR" dirty="0"/>
              <a:t>for data center server</a:t>
            </a:r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가지 </a:t>
            </a:r>
            <a:r>
              <a:rPr lang="en-US" altLang="ko-KR" dirty="0"/>
              <a:t>C++ </a:t>
            </a:r>
            <a:r>
              <a:rPr lang="ko-KR" altLang="en-US" dirty="0"/>
              <a:t>함수 제공 </a:t>
            </a:r>
            <a:r>
              <a:rPr lang="en-US" altLang="ko-KR" dirty="0"/>
              <a:t>(cont.)</a:t>
            </a:r>
          </a:p>
          <a:p>
            <a:pPr marL="1257300" lvl="2" indent="-342900">
              <a:buFont typeface="+mj-lt"/>
              <a:buAutoNum type="arabicPeriod" startAt="3"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receive_async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(string tag, vector&lt;string&gt;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receive_vector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3"/>
            <a:r>
              <a:rPr lang="en-US" altLang="ko-KR" dirty="0"/>
              <a:t>Parameter</a:t>
            </a:r>
          </a:p>
          <a:p>
            <a:pPr lvl="4"/>
            <a:r>
              <a:rPr lang="en-US" altLang="ko-KR" dirty="0"/>
              <a:t>Tag</a:t>
            </a:r>
            <a:r>
              <a:rPr lang="ko-KR" altLang="en-US" dirty="0"/>
              <a:t>와 수신한 데이터를 저장할 </a:t>
            </a:r>
            <a:r>
              <a:rPr lang="en-US" altLang="ko-KR" dirty="0"/>
              <a:t>vector</a:t>
            </a:r>
          </a:p>
          <a:p>
            <a:pPr lvl="3"/>
            <a:r>
              <a:rPr lang="en-US" altLang="ko-KR" dirty="0" err="1"/>
              <a:t>Descritpion</a:t>
            </a:r>
            <a:endParaRPr lang="en-US" altLang="ko-KR" dirty="0"/>
          </a:p>
          <a:p>
            <a:pPr lvl="4"/>
            <a:r>
              <a:rPr lang="ko-KR" altLang="en-US" dirty="0"/>
              <a:t>보낸 곳의 </a:t>
            </a:r>
            <a:r>
              <a:rPr lang="en-US" altLang="ko-KR" dirty="0"/>
              <a:t>tag</a:t>
            </a:r>
            <a:r>
              <a:rPr lang="ko-KR" altLang="en-US" dirty="0"/>
              <a:t>와 받는 곳의 </a:t>
            </a:r>
            <a:r>
              <a:rPr lang="en-US" altLang="ko-KR" dirty="0"/>
              <a:t>tag</a:t>
            </a:r>
            <a:r>
              <a:rPr lang="ko-KR" altLang="en-US" dirty="0"/>
              <a:t>가 일치하는 경우 데이터를 수신</a:t>
            </a:r>
            <a:endParaRPr lang="en-US" altLang="ko-KR" dirty="0"/>
          </a:p>
          <a:p>
            <a:pPr lvl="4"/>
            <a:r>
              <a:rPr lang="ko-KR" altLang="en-US" dirty="0"/>
              <a:t>데이터를 수신하기 전에 </a:t>
            </a:r>
            <a:r>
              <a:rPr lang="en-US" altLang="ko-KR" dirty="0"/>
              <a:t>broker</a:t>
            </a:r>
            <a:r>
              <a:rPr lang="ko-KR" altLang="en-US" dirty="0"/>
              <a:t>에서 미리 </a:t>
            </a:r>
            <a:r>
              <a:rPr lang="en-US" altLang="ko-KR" dirty="0"/>
              <a:t>tag</a:t>
            </a:r>
            <a:r>
              <a:rPr lang="ko-KR" altLang="en-US" dirty="0"/>
              <a:t>를 지정해야 함</a:t>
            </a:r>
            <a:endParaRPr lang="en-US" altLang="ko-KR" dirty="0"/>
          </a:p>
          <a:p>
            <a:pPr lvl="4"/>
            <a:r>
              <a:rPr lang="ko-KR" altLang="en-US" dirty="0"/>
              <a:t>데이터는 비동기적으로 수신됨</a:t>
            </a:r>
            <a:endParaRPr lang="en-US" altLang="ko-KR" dirty="0"/>
          </a:p>
          <a:p>
            <a:pPr lvl="4"/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5EBF3B-A3F8-4A01-8F03-F3F219FDBF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242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E7352-A506-450F-B308-4137749B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 Architecture Description 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FD9D4B-4C4C-4B43-A7BE-B0133B7F3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1123246"/>
          </a:xfrm>
        </p:spPr>
        <p:txBody>
          <a:bodyPr/>
          <a:lstStyle/>
          <a:p>
            <a:r>
              <a:rPr lang="ko-KR" altLang="en-US" dirty="0"/>
              <a:t>다음과 같은 </a:t>
            </a:r>
            <a:r>
              <a:rPr lang="en-US" altLang="ko-KR" dirty="0"/>
              <a:t>SW architecture</a:t>
            </a:r>
            <a:r>
              <a:rPr lang="ko-KR" altLang="en-US" dirty="0"/>
              <a:t>를 가짐</a:t>
            </a:r>
            <a:endParaRPr lang="en-US" altLang="ko-KR" dirty="0"/>
          </a:p>
          <a:p>
            <a:pPr lvl="1"/>
            <a:r>
              <a:rPr lang="ko-KR" altLang="en-US" dirty="0"/>
              <a:t>우리는 우리가 작성하거나 구성한 빨간 박스의 </a:t>
            </a:r>
            <a:r>
              <a:rPr lang="en-US" altLang="ko-KR" dirty="0"/>
              <a:t>SW component</a:t>
            </a:r>
            <a:r>
              <a:rPr lang="ko-KR" altLang="en-US" dirty="0"/>
              <a:t>를 설명할 것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A4A1F3-382C-4AB7-87F6-40B4BA46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EECB7D5-5BB7-48AE-8853-DD31B96C7CFC}"/>
              </a:ext>
            </a:extLst>
          </p:cNvPr>
          <p:cNvGrpSpPr/>
          <p:nvPr/>
        </p:nvGrpSpPr>
        <p:grpSpPr>
          <a:xfrm>
            <a:off x="1421748" y="3356992"/>
            <a:ext cx="2880000" cy="2180863"/>
            <a:chOff x="107504" y="3398540"/>
            <a:chExt cx="2880000" cy="218086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9FB12E5-90D8-4D3F-94FB-9624FFB3C8EB}"/>
                </a:ext>
              </a:extLst>
            </p:cNvPr>
            <p:cNvSpPr/>
            <p:nvPr/>
          </p:nvSpPr>
          <p:spPr bwMode="auto">
            <a:xfrm>
              <a:off x="107504" y="3398540"/>
              <a:ext cx="2880000" cy="2180863"/>
            </a:xfrm>
            <a:prstGeom prst="rect">
              <a:avLst/>
            </a:prstGeom>
            <a:noFill/>
            <a:ln w="952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rPr>
                <a:t>I. Edge Device</a:t>
              </a:r>
              <a:endParaRPr kumimoji="1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itchFamily="34" charset="0"/>
                <a:ea typeface="굴림체" pitchFamily="49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D2E5E0ED-6B83-4ADC-8CD1-FB136EB2E5AB}"/>
                </a:ext>
              </a:extLst>
            </p:cNvPr>
            <p:cNvGrpSpPr/>
            <p:nvPr/>
          </p:nvGrpSpPr>
          <p:grpSpPr>
            <a:xfrm>
              <a:off x="217872" y="3903270"/>
              <a:ext cx="2661806" cy="1592939"/>
              <a:chOff x="217872" y="3903270"/>
              <a:chExt cx="2661806" cy="1592939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0E9564EE-94F1-48FC-8C52-029547246B46}"/>
                  </a:ext>
                </a:extLst>
              </p:cNvPr>
              <p:cNvSpPr/>
              <p:nvPr/>
            </p:nvSpPr>
            <p:spPr bwMode="auto">
              <a:xfrm>
                <a:off x="220414" y="5028209"/>
                <a:ext cx="2659264" cy="468000"/>
              </a:xfrm>
              <a:prstGeom prst="rect">
                <a:avLst/>
              </a:prstGeom>
              <a:solidFill>
                <a:srgbClr val="FFFFCC"/>
              </a:solidFill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latin typeface="Arial" pitchFamily="34" charset="0"/>
                    <a:ea typeface="굴림체" pitchFamily="49" charset="-127"/>
                  </a:rPr>
                  <a:t>Linux Kernel</a:t>
                </a:r>
                <a:endParaRPr kumimoji="1" lang="ko-KR" altLang="en-US" sz="1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endParaRPr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D0B3164D-48B8-4FE8-B692-A212694C028B}"/>
                  </a:ext>
                </a:extLst>
              </p:cNvPr>
              <p:cNvGrpSpPr/>
              <p:nvPr/>
            </p:nvGrpSpPr>
            <p:grpSpPr>
              <a:xfrm>
                <a:off x="217873" y="4466761"/>
                <a:ext cx="2659263" cy="468000"/>
                <a:chOff x="971600" y="3814824"/>
                <a:chExt cx="2879999" cy="468000"/>
              </a:xfrm>
            </p:grpSpPr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51B695D3-8641-4899-B7F6-BA3B750D45BB}"/>
                    </a:ext>
                  </a:extLst>
                </p:cNvPr>
                <p:cNvSpPr/>
                <p:nvPr/>
              </p:nvSpPr>
              <p:spPr bwMode="auto">
                <a:xfrm>
                  <a:off x="2448022" y="3814824"/>
                  <a:ext cx="1403577" cy="468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 cap="flat" cmpd="sng" algn="ctr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1" lang="en-US" altLang="ko-KR" sz="12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latin typeface="Arial" pitchFamily="34" charset="0"/>
                      <a:ea typeface="굴림체" pitchFamily="49" charset="-127"/>
                    </a:rPr>
                    <a:t>Other Libraries</a:t>
                  </a:r>
                </a:p>
              </p:txBody>
            </p:sp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20BD4957-07A2-4DFE-AD31-0990FDE393CA}"/>
                    </a:ext>
                  </a:extLst>
                </p:cNvPr>
                <p:cNvSpPr/>
                <p:nvPr/>
              </p:nvSpPr>
              <p:spPr bwMode="auto">
                <a:xfrm>
                  <a:off x="971600" y="3814824"/>
                  <a:ext cx="1403576" cy="468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 cap="flat" cmpd="sng" algn="ctr">
                  <a:solidFill>
                    <a:srgbClr val="00206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1" lang="en-US" altLang="ko-KR" sz="1200" b="1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latin typeface="Arial" pitchFamily="34" charset="0"/>
                      <a:ea typeface="굴림체" pitchFamily="49" charset="-127"/>
                    </a:rPr>
                    <a:t>AcitveMQ</a:t>
                  </a:r>
                  <a:r>
                    <a:rPr kumimoji="1" lang="en-US" altLang="ko-KR" sz="12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latin typeface="Arial" pitchFamily="34" charset="0"/>
                      <a:ea typeface="굴림체" pitchFamily="49" charset="-127"/>
                    </a:rPr>
                    <a:t>-CPP</a:t>
                  </a:r>
                </a:p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ko-KR" sz="1200" dirty="0">
                      <a:solidFill>
                        <a:schemeClr val="tx1"/>
                      </a:solidFill>
                      <a:ea typeface="굴림체" pitchFamily="49" charset="-127"/>
                    </a:rPr>
                    <a:t>Library</a:t>
                  </a:r>
                  <a:endParaRPr kumimoji="1" lang="ko-KR" altLang="en-US" sz="1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a typeface="굴림체" pitchFamily="49" charset="-127"/>
                  </a:endParaRPr>
                </a:p>
              </p:txBody>
            </p:sp>
          </p:grp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A07A93B7-2AB9-4108-80FB-4C8736D71A7B}"/>
                  </a:ext>
                </a:extLst>
              </p:cNvPr>
              <p:cNvSpPr/>
              <p:nvPr/>
            </p:nvSpPr>
            <p:spPr bwMode="auto">
              <a:xfrm>
                <a:off x="217872" y="3903270"/>
                <a:ext cx="2659263" cy="468000"/>
              </a:xfrm>
              <a:prstGeom prst="rect">
                <a:avLst/>
              </a:prstGeom>
              <a:solidFill>
                <a:srgbClr val="ADADEB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1200" dirty="0">
                    <a:solidFill>
                      <a:schemeClr val="tx1"/>
                    </a:solidFill>
                    <a:ea typeface="굴림체" pitchFamily="49" charset="-127"/>
                  </a:rPr>
                  <a:t>Message Send Application</a:t>
                </a:r>
                <a:endParaRPr kumimoji="1" lang="ko-KR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endParaRPr>
              </a:p>
            </p:txBody>
          </p: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B26A5C6-9BED-4001-B130-696597665735}"/>
              </a:ext>
            </a:extLst>
          </p:cNvPr>
          <p:cNvGrpSpPr/>
          <p:nvPr/>
        </p:nvGrpSpPr>
        <p:grpSpPr>
          <a:xfrm>
            <a:off x="4644008" y="3356992"/>
            <a:ext cx="2880000" cy="2180864"/>
            <a:chOff x="6156496" y="3408791"/>
            <a:chExt cx="2880000" cy="2180864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5D3C7E5-B90D-40FD-AE76-EC49476A101F}"/>
                </a:ext>
              </a:extLst>
            </p:cNvPr>
            <p:cNvSpPr/>
            <p:nvPr/>
          </p:nvSpPr>
          <p:spPr bwMode="auto">
            <a:xfrm>
              <a:off x="6156496" y="3408791"/>
              <a:ext cx="2880000" cy="2180864"/>
            </a:xfrm>
            <a:prstGeom prst="rect">
              <a:avLst/>
            </a:prstGeom>
            <a:noFill/>
            <a:ln w="952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600" dirty="0">
                  <a:solidFill>
                    <a:schemeClr val="tx1"/>
                  </a:solidFill>
                  <a:ea typeface="굴림체" pitchFamily="49" charset="-127"/>
                </a:rPr>
                <a:t>II. Data Center Server</a:t>
              </a:r>
              <a:endParaRPr kumimoji="1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itchFamily="34" charset="0"/>
                <a:ea typeface="굴림체" pitchFamily="49" charset="-127"/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B5715037-C90F-4866-8F3A-110FEB4C481D}"/>
                </a:ext>
              </a:extLst>
            </p:cNvPr>
            <p:cNvGrpSpPr/>
            <p:nvPr/>
          </p:nvGrpSpPr>
          <p:grpSpPr>
            <a:xfrm>
              <a:off x="6266864" y="3905313"/>
              <a:ext cx="2659264" cy="1590896"/>
              <a:chOff x="6266864" y="3905313"/>
              <a:chExt cx="2659264" cy="1590896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8C9F0482-48F1-4CF4-87DF-2B782E25D22F}"/>
                  </a:ext>
                </a:extLst>
              </p:cNvPr>
              <p:cNvSpPr/>
              <p:nvPr/>
            </p:nvSpPr>
            <p:spPr bwMode="auto">
              <a:xfrm>
                <a:off x="6266864" y="5028209"/>
                <a:ext cx="2659264" cy="468000"/>
              </a:xfrm>
              <a:prstGeom prst="rect">
                <a:avLst/>
              </a:prstGeom>
              <a:solidFill>
                <a:srgbClr val="FFFFCC"/>
              </a:solidFill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latin typeface="Arial" pitchFamily="34" charset="0"/>
                    <a:ea typeface="굴림체" pitchFamily="49" charset="-127"/>
                  </a:rPr>
                  <a:t>Linux Kernel</a:t>
                </a:r>
                <a:endParaRPr kumimoji="1" lang="ko-KR" altLang="en-US" sz="1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endParaRPr>
              </a:p>
            </p:txBody>
          </p:sp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C42E41B9-8020-4BB9-9360-3E871947612E}"/>
                  </a:ext>
                </a:extLst>
              </p:cNvPr>
              <p:cNvGrpSpPr/>
              <p:nvPr/>
            </p:nvGrpSpPr>
            <p:grpSpPr>
              <a:xfrm>
                <a:off x="6266864" y="4466761"/>
                <a:ext cx="2659264" cy="468000"/>
                <a:chOff x="971600" y="3814824"/>
                <a:chExt cx="2880000" cy="468000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A069D3B2-5E13-4F52-B0E5-9FEE342A376A}"/>
                    </a:ext>
                  </a:extLst>
                </p:cNvPr>
                <p:cNvSpPr/>
                <p:nvPr/>
              </p:nvSpPr>
              <p:spPr bwMode="auto">
                <a:xfrm>
                  <a:off x="2448024" y="3814824"/>
                  <a:ext cx="1403576" cy="468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 cap="flat" cmpd="sng" algn="ctr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1" lang="en-US" altLang="ko-KR" sz="12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latin typeface="Arial" pitchFamily="34" charset="0"/>
                      <a:ea typeface="굴림체" pitchFamily="49" charset="-127"/>
                    </a:rPr>
                    <a:t>Other Libraries</a:t>
                  </a:r>
                </a:p>
              </p:txBody>
            </p: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C4359969-7667-42F6-BC9E-347D589963AA}"/>
                    </a:ext>
                  </a:extLst>
                </p:cNvPr>
                <p:cNvSpPr/>
                <p:nvPr/>
              </p:nvSpPr>
              <p:spPr bwMode="auto">
                <a:xfrm>
                  <a:off x="971600" y="3814824"/>
                  <a:ext cx="1403576" cy="468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 cap="flat" cmpd="sng" algn="ctr">
                  <a:solidFill>
                    <a:srgbClr val="00206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1" lang="en-US" altLang="ko-KR" sz="12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latin typeface="Arial" pitchFamily="34" charset="0"/>
                      <a:ea typeface="굴림체" pitchFamily="49" charset="-127"/>
                    </a:rPr>
                    <a:t>ActiveMQ-CPP</a:t>
                  </a:r>
                </a:p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ko-KR" sz="1200" dirty="0">
                      <a:solidFill>
                        <a:schemeClr val="tx1"/>
                      </a:solidFill>
                      <a:ea typeface="굴림체" pitchFamily="49" charset="-127"/>
                    </a:rPr>
                    <a:t>Library</a:t>
                  </a:r>
                  <a:endParaRPr kumimoji="1" lang="ko-KR" altLang="en-US" sz="1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a typeface="굴림체" pitchFamily="49" charset="-127"/>
                  </a:endParaRPr>
                </a:p>
              </p:txBody>
            </p:sp>
          </p:grp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56D1B50F-5712-4542-ACDD-DCD88728F7F5}"/>
                  </a:ext>
                </a:extLst>
              </p:cNvPr>
              <p:cNvSpPr/>
              <p:nvPr/>
            </p:nvSpPr>
            <p:spPr bwMode="auto">
              <a:xfrm>
                <a:off x="6266864" y="3905313"/>
                <a:ext cx="2659264" cy="468000"/>
              </a:xfrm>
              <a:prstGeom prst="rect">
                <a:avLst/>
              </a:prstGeom>
              <a:solidFill>
                <a:srgbClr val="ADADEB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latin typeface="Arial" pitchFamily="34" charset="0"/>
                    <a:ea typeface="굴림체" pitchFamily="49" charset="-127"/>
                  </a:rPr>
                  <a:t>Message Receive Application</a:t>
                </a:r>
                <a:endParaRPr kumimoji="1" lang="ko-KR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94677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E7352-A506-450F-B308-4137749B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 Architecture Description (2)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A4A1F3-382C-4AB7-87F6-40B4BA46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7298B2C-7714-45F3-83BB-05054DEA4164}"/>
              </a:ext>
            </a:extLst>
          </p:cNvPr>
          <p:cNvGrpSpPr/>
          <p:nvPr/>
        </p:nvGrpSpPr>
        <p:grpSpPr>
          <a:xfrm>
            <a:off x="4861661" y="2276872"/>
            <a:ext cx="2880000" cy="2159880"/>
            <a:chOff x="3132000" y="3984856"/>
            <a:chExt cx="2880000" cy="215988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01A6679-EFB5-46BB-8783-6D55EB623E2F}"/>
                </a:ext>
              </a:extLst>
            </p:cNvPr>
            <p:cNvSpPr/>
            <p:nvPr/>
          </p:nvSpPr>
          <p:spPr bwMode="auto">
            <a:xfrm>
              <a:off x="3132000" y="3984856"/>
              <a:ext cx="2880000" cy="2159880"/>
            </a:xfrm>
            <a:prstGeom prst="rect">
              <a:avLst/>
            </a:prstGeom>
            <a:noFill/>
            <a:ln w="952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1" lang="en-US" altLang="ko-KR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rPr>
                <a:t>IV. Broker </a:t>
              </a:r>
              <a:r>
                <a:rPr lang="en-US" altLang="ko-KR" sz="1600" dirty="0">
                  <a:solidFill>
                    <a:schemeClr val="tx1"/>
                  </a:solidFill>
                </a:rPr>
                <a:t>Administrator</a:t>
              </a:r>
              <a:endParaRPr lang="ko-KR" altLang="en-US" sz="1600" dirty="0">
                <a:solidFill>
                  <a:schemeClr val="tx1"/>
                </a:solidFill>
              </a:endParaRPr>
            </a:p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itchFamily="34" charset="0"/>
                <a:ea typeface="굴림체" pitchFamily="49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E8711A65-799E-4F18-A74E-1DA280DAEF2D}"/>
                </a:ext>
              </a:extLst>
            </p:cNvPr>
            <p:cNvGrpSpPr/>
            <p:nvPr/>
          </p:nvGrpSpPr>
          <p:grpSpPr>
            <a:xfrm>
              <a:off x="3225228" y="4457130"/>
              <a:ext cx="2677157" cy="1584273"/>
              <a:chOff x="3225228" y="4457130"/>
              <a:chExt cx="2677157" cy="1584273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F2DC732C-EF4A-4A4E-8AE6-5625C4DD026A}"/>
                  </a:ext>
                </a:extLst>
              </p:cNvPr>
              <p:cNvSpPr/>
              <p:nvPr/>
            </p:nvSpPr>
            <p:spPr bwMode="auto">
              <a:xfrm>
                <a:off x="3225228" y="5605907"/>
                <a:ext cx="2659264" cy="435496"/>
              </a:xfrm>
              <a:prstGeom prst="rect">
                <a:avLst/>
              </a:prstGeom>
              <a:solidFill>
                <a:srgbClr val="FFFFCC"/>
              </a:solidFill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latin typeface="Arial" pitchFamily="34" charset="0"/>
                    <a:ea typeface="굴림체" pitchFamily="49" charset="-127"/>
                  </a:rPr>
                  <a:t>Linux kernel</a:t>
                </a:r>
                <a:endParaRPr kumimoji="1" lang="ko-KR" altLang="en-US" sz="1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055F14C2-4B85-45D9-9642-FCD9EA24399D}"/>
                  </a:ext>
                </a:extLst>
              </p:cNvPr>
              <p:cNvSpPr/>
              <p:nvPr/>
            </p:nvSpPr>
            <p:spPr bwMode="auto">
              <a:xfrm>
                <a:off x="3225228" y="5028293"/>
                <a:ext cx="2659264" cy="467830"/>
              </a:xfrm>
              <a:prstGeom prst="rect">
                <a:avLst/>
              </a:prstGeom>
              <a:solidFill>
                <a:srgbClr val="FFCC99"/>
              </a:solidFill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latin typeface="Arial" pitchFamily="34" charset="0"/>
                    <a:ea typeface="굴림체" pitchFamily="49" charset="-127"/>
                  </a:rPr>
                  <a:t>Python</a:t>
                </a:r>
                <a:endParaRPr kumimoji="1" lang="ko-KR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2BB895E7-ED75-4ECD-925D-69CF7B23F514}"/>
                  </a:ext>
                </a:extLst>
              </p:cNvPr>
              <p:cNvSpPr/>
              <p:nvPr/>
            </p:nvSpPr>
            <p:spPr bwMode="auto">
              <a:xfrm>
                <a:off x="3243121" y="4457130"/>
                <a:ext cx="2659264" cy="467830"/>
              </a:xfrm>
              <a:prstGeom prst="rect">
                <a:avLst/>
              </a:prstGeom>
              <a:solidFill>
                <a:srgbClr val="ADADEB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latin typeface="Arial" pitchFamily="34" charset="0"/>
                    <a:ea typeface="굴림체" pitchFamily="49" charset="-127"/>
                  </a:rPr>
                  <a:t>Broker Administer Application</a:t>
                </a:r>
                <a:endParaRPr kumimoji="1" lang="ko-KR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endParaRPr>
              </a:p>
            </p:txBody>
          </p:sp>
        </p:grp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FB0CA62-396F-4785-9B91-C4013F99D401}"/>
              </a:ext>
            </a:extLst>
          </p:cNvPr>
          <p:cNvGrpSpPr/>
          <p:nvPr/>
        </p:nvGrpSpPr>
        <p:grpSpPr>
          <a:xfrm>
            <a:off x="1529847" y="2276872"/>
            <a:ext cx="2880000" cy="3240000"/>
            <a:chOff x="3132000" y="2904736"/>
            <a:chExt cx="2880000" cy="3240000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808E1F-9409-424D-A0AE-54BD04790FC6}"/>
                </a:ext>
              </a:extLst>
            </p:cNvPr>
            <p:cNvSpPr/>
            <p:nvPr/>
          </p:nvSpPr>
          <p:spPr bwMode="auto">
            <a:xfrm>
              <a:off x="3132000" y="2904736"/>
              <a:ext cx="2880000" cy="3240000"/>
            </a:xfrm>
            <a:prstGeom prst="rect">
              <a:avLst/>
            </a:prstGeom>
            <a:noFill/>
            <a:ln w="952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rPr>
                <a:t>III. Message Broker</a:t>
              </a:r>
              <a:endParaRPr kumimoji="1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itchFamily="34" charset="0"/>
                <a:ea typeface="굴림체" pitchFamily="49" charset="-127"/>
              </a:endParaRP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34C5C34E-DF07-43D7-A5B8-31EE687E8262}"/>
                </a:ext>
              </a:extLst>
            </p:cNvPr>
            <p:cNvGrpSpPr/>
            <p:nvPr/>
          </p:nvGrpSpPr>
          <p:grpSpPr>
            <a:xfrm>
              <a:off x="3225228" y="3341907"/>
              <a:ext cx="2671840" cy="2699496"/>
              <a:chOff x="3225228" y="3341907"/>
              <a:chExt cx="2671840" cy="2699496"/>
            </a:xfrm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6E11BE2F-39B3-436A-ADE3-3DFF3089DCB7}"/>
                  </a:ext>
                </a:extLst>
              </p:cNvPr>
              <p:cNvSpPr/>
              <p:nvPr/>
            </p:nvSpPr>
            <p:spPr bwMode="auto">
              <a:xfrm>
                <a:off x="3225228" y="5605907"/>
                <a:ext cx="2659264" cy="435496"/>
              </a:xfrm>
              <a:prstGeom prst="rect">
                <a:avLst/>
              </a:prstGeom>
              <a:solidFill>
                <a:srgbClr val="FFFFCC"/>
              </a:solidFill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latin typeface="Arial" pitchFamily="34" charset="0"/>
                    <a:ea typeface="굴림체" pitchFamily="49" charset="-127"/>
                  </a:rPr>
                  <a:t>Linux kernel</a:t>
                </a:r>
                <a:endParaRPr kumimoji="1" lang="ko-KR" altLang="en-US" sz="1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71BE2645-1816-4473-AA9C-9B76BD1EFC90}"/>
                  </a:ext>
                </a:extLst>
              </p:cNvPr>
              <p:cNvSpPr/>
              <p:nvPr/>
            </p:nvSpPr>
            <p:spPr bwMode="auto">
              <a:xfrm>
                <a:off x="3225228" y="5028293"/>
                <a:ext cx="2659264" cy="467830"/>
              </a:xfrm>
              <a:prstGeom prst="rect">
                <a:avLst/>
              </a:prstGeom>
              <a:solidFill>
                <a:srgbClr val="FFCC99"/>
              </a:solidFill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latin typeface="Arial" pitchFamily="34" charset="0"/>
                    <a:ea typeface="굴림체" pitchFamily="49" charset="-127"/>
                  </a:rPr>
                  <a:t>JVM</a:t>
                </a:r>
                <a:endParaRPr kumimoji="1" lang="ko-KR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endParaRP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5975B58D-7FCD-44BF-B95B-27CDC3FF15B9}"/>
                  </a:ext>
                </a:extLst>
              </p:cNvPr>
              <p:cNvSpPr/>
              <p:nvPr/>
            </p:nvSpPr>
            <p:spPr bwMode="auto">
              <a:xfrm>
                <a:off x="3237804" y="3341907"/>
                <a:ext cx="2659264" cy="467830"/>
              </a:xfrm>
              <a:prstGeom prst="rect">
                <a:avLst/>
              </a:prstGeom>
              <a:solidFill>
                <a:srgbClr val="ADADEB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latin typeface="Arial" pitchFamily="34" charset="0"/>
                    <a:ea typeface="굴림체" pitchFamily="49" charset="-127"/>
                  </a:rPr>
                  <a:t>ActiveMQ</a:t>
                </a:r>
                <a:endParaRPr kumimoji="1" lang="ko-KR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endParaRPr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54AFDAAD-A2F6-47A8-B1E5-D215B1EC7D85}"/>
                  </a:ext>
                </a:extLst>
              </p:cNvPr>
              <p:cNvGrpSpPr/>
              <p:nvPr/>
            </p:nvGrpSpPr>
            <p:grpSpPr>
              <a:xfrm>
                <a:off x="3237803" y="4466761"/>
                <a:ext cx="2659264" cy="468000"/>
                <a:chOff x="966656" y="4001734"/>
                <a:chExt cx="2880001" cy="468000"/>
              </a:xfrm>
            </p:grpSpPr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3B9A698D-D4E1-458F-A476-9F5D87D7526A}"/>
                    </a:ext>
                  </a:extLst>
                </p:cNvPr>
                <p:cNvSpPr/>
                <p:nvPr/>
              </p:nvSpPr>
              <p:spPr bwMode="auto">
                <a:xfrm>
                  <a:off x="2443082" y="4001734"/>
                  <a:ext cx="1403575" cy="468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 cap="flat" cmpd="sng" algn="ctr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1" lang="en-US" altLang="ko-KR" sz="12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latin typeface="Arial" pitchFamily="34" charset="0"/>
                      <a:ea typeface="굴림체" pitchFamily="49" charset="-127"/>
                    </a:rPr>
                    <a:t>Other Libraries</a:t>
                  </a:r>
                </a:p>
              </p:txBody>
            </p:sp>
            <p:sp>
              <p:nvSpPr>
                <p:cNvPr id="54" name="직사각형 53">
                  <a:extLst>
                    <a:ext uri="{FF2B5EF4-FFF2-40B4-BE49-F238E27FC236}">
                      <a16:creationId xmlns:a16="http://schemas.microsoft.com/office/drawing/2014/main" id="{52D8248F-B424-4DE7-8A57-0806461E320F}"/>
                    </a:ext>
                  </a:extLst>
                </p:cNvPr>
                <p:cNvSpPr/>
                <p:nvPr/>
              </p:nvSpPr>
              <p:spPr bwMode="auto">
                <a:xfrm>
                  <a:off x="966656" y="4001734"/>
                  <a:ext cx="1403576" cy="468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 cap="flat" cmpd="sng" algn="ctr">
                  <a:solidFill>
                    <a:srgbClr val="00206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1" lang="en-US" altLang="ko-KR" sz="12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latin typeface="Arial" pitchFamily="34" charset="0"/>
                      <a:ea typeface="굴림체" pitchFamily="49" charset="-127"/>
                    </a:rPr>
                    <a:t>ActiveMQ</a:t>
                  </a:r>
                </a:p>
                <a:p>
                  <a:pPr marL="0" marR="0" indent="0" algn="ctr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ko-KR" sz="1200" dirty="0">
                      <a:solidFill>
                        <a:schemeClr val="tx1"/>
                      </a:solidFill>
                      <a:ea typeface="굴림체" pitchFamily="49" charset="-127"/>
                    </a:rPr>
                    <a:t>Library</a:t>
                  </a:r>
                  <a:endParaRPr kumimoji="1" lang="ko-KR" altLang="en-US" sz="1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a typeface="굴림체" pitchFamily="49" charset="-127"/>
                  </a:endParaRPr>
                </a:p>
              </p:txBody>
            </p:sp>
          </p:grp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49D6EEF7-6AB1-44B5-BE28-89742A92AE84}"/>
                  </a:ext>
                </a:extLst>
              </p:cNvPr>
              <p:cNvSpPr/>
              <p:nvPr/>
            </p:nvSpPr>
            <p:spPr bwMode="auto">
              <a:xfrm>
                <a:off x="3237804" y="3903731"/>
                <a:ext cx="2659264" cy="467830"/>
              </a:xfrm>
              <a:prstGeom prst="rect">
                <a:avLst/>
              </a:prstGeom>
              <a:solidFill>
                <a:srgbClr val="D5F4FF"/>
              </a:solidFill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1200" dirty="0">
                    <a:solidFill>
                      <a:schemeClr val="tx1"/>
                    </a:solidFill>
                    <a:ea typeface="굴림체" pitchFamily="49" charset="-127"/>
                  </a:rPr>
                  <a:t>Spring Framework</a:t>
                </a:r>
                <a:endParaRPr kumimoji="1" lang="ko-KR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itchFamily="34" charset="0"/>
                  <a:ea typeface="굴림체" pitchFamily="49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09123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8DB88-8430-4C37-BCB2-CCC2B1AB0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 Architecture Description 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2880C-57E3-467C-AA07-BE9EC2077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4632" cy="4495800"/>
          </a:xfrm>
        </p:spPr>
        <p:txBody>
          <a:bodyPr/>
          <a:lstStyle/>
          <a:p>
            <a:pPr marL="514350" indent="-514350" latinLnBrk="0">
              <a:buFont typeface="+mj-lt"/>
              <a:buAutoNum type="romanUcPeriod"/>
            </a:pPr>
            <a:r>
              <a:rPr lang="en-US" altLang="ko-KR" dirty="0"/>
              <a:t>Edge Device</a:t>
            </a:r>
          </a:p>
          <a:p>
            <a:pPr lvl="1"/>
            <a:r>
              <a:rPr lang="en-US" altLang="ko-KR" dirty="0">
                <a:solidFill>
                  <a:srgbClr val="000000"/>
                </a:solidFill>
              </a:rPr>
              <a:t>Message Send Application</a:t>
            </a:r>
          </a:p>
          <a:p>
            <a:pPr lvl="2"/>
            <a:r>
              <a:rPr lang="ko-KR" altLang="en-US" dirty="0">
                <a:solidFill>
                  <a:srgbClr val="000000"/>
                </a:solidFill>
              </a:rPr>
              <a:t>동작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0" lvl="3" indent="-342900">
              <a:buFont typeface="+mj-lt"/>
              <a:buAutoNum type="arabicPeriod"/>
            </a:pPr>
            <a:r>
              <a:rPr lang="en-US" altLang="ko-KR" dirty="0"/>
              <a:t>Broker administrator</a:t>
            </a:r>
            <a:r>
              <a:rPr lang="ko-KR" altLang="en-US" dirty="0"/>
              <a:t>로부터 </a:t>
            </a:r>
            <a:r>
              <a:rPr lang="en-US" altLang="ko-KR" dirty="0"/>
              <a:t>broker list</a:t>
            </a:r>
            <a:r>
              <a:rPr lang="ko-KR" altLang="en-US" dirty="0"/>
              <a:t>를 가져옴</a:t>
            </a:r>
            <a:endParaRPr lang="en-US" altLang="ko-KR" dirty="0"/>
          </a:p>
          <a:p>
            <a:pPr marL="1714500" lvl="3" indent="-342900" latinLnBrk="0">
              <a:buFont typeface="+mj-lt"/>
              <a:buAutoNum type="arabicPeriod"/>
            </a:pPr>
            <a:r>
              <a:rPr lang="en-US" altLang="ko-KR" dirty="0"/>
              <a:t>Message broker</a:t>
            </a:r>
            <a:r>
              <a:rPr lang="ko-KR" altLang="en-US" dirty="0"/>
              <a:t>들에게 자신을 </a:t>
            </a:r>
            <a:r>
              <a:rPr lang="en-US" altLang="ko-KR" dirty="0"/>
              <a:t>producer</a:t>
            </a:r>
            <a:r>
              <a:rPr lang="ko-KR" altLang="en-US" dirty="0"/>
              <a:t>로 등록</a:t>
            </a:r>
            <a:endParaRPr lang="en-US" altLang="ko-KR" dirty="0"/>
          </a:p>
          <a:p>
            <a:pPr marL="1714500" lvl="3" indent="-342900" latinLnBrk="0">
              <a:buFont typeface="+mj-lt"/>
              <a:buAutoNum type="arabicPeriod"/>
            </a:pPr>
            <a:r>
              <a:rPr lang="en-US" altLang="ko-KR" dirty="0"/>
              <a:t>Tag</a:t>
            </a:r>
            <a:r>
              <a:rPr lang="ko-KR" altLang="en-US" dirty="0"/>
              <a:t>를 이용하여 </a:t>
            </a:r>
            <a:r>
              <a:rPr lang="en-US" altLang="ko-KR" dirty="0"/>
              <a:t>message broker</a:t>
            </a:r>
            <a:r>
              <a:rPr lang="ko-KR" altLang="en-US" dirty="0"/>
              <a:t>에 </a:t>
            </a:r>
            <a:r>
              <a:rPr lang="en-US" altLang="ko-KR" dirty="0"/>
              <a:t>queue</a:t>
            </a:r>
            <a:r>
              <a:rPr lang="ko-KR" altLang="en-US" dirty="0"/>
              <a:t>를 생성</a:t>
            </a:r>
            <a:endParaRPr lang="en-US" altLang="ko-KR" dirty="0"/>
          </a:p>
          <a:p>
            <a:pPr marL="1714500" lvl="3" indent="-342900" latinLnBrk="0">
              <a:buFont typeface="+mj-lt"/>
              <a:buAutoNum type="arabicPeriod"/>
            </a:pPr>
            <a:r>
              <a:rPr lang="en-US" altLang="ko-KR" dirty="0"/>
              <a:t>Data</a:t>
            </a:r>
            <a:r>
              <a:rPr lang="ko-KR" altLang="en-US" dirty="0"/>
              <a:t>를 </a:t>
            </a:r>
            <a:r>
              <a:rPr lang="en-US" altLang="ko-KR" dirty="0"/>
              <a:t>message broker</a:t>
            </a:r>
            <a:r>
              <a:rPr lang="ko-KR" altLang="en-US" dirty="0"/>
              <a:t>와의 </a:t>
            </a:r>
            <a:r>
              <a:rPr lang="en-US" altLang="ko-KR" dirty="0"/>
              <a:t>connection</a:t>
            </a:r>
            <a:r>
              <a:rPr lang="ko-KR" altLang="en-US" dirty="0"/>
              <a:t>이 </a:t>
            </a:r>
            <a:r>
              <a:rPr lang="en-US" altLang="ko-KR" dirty="0"/>
              <a:t>stable</a:t>
            </a:r>
            <a:r>
              <a:rPr lang="ko-KR" altLang="en-US" dirty="0"/>
              <a:t>해질 때까지 </a:t>
            </a:r>
            <a:r>
              <a:rPr lang="en-US" altLang="ko-KR" dirty="0"/>
              <a:t>buffering</a:t>
            </a:r>
          </a:p>
          <a:p>
            <a:pPr marL="1714500" lvl="3" indent="-342900" latinLnBrk="0">
              <a:buFont typeface="+mj-lt"/>
              <a:buAutoNum type="arabicPeriod"/>
            </a:pPr>
            <a:r>
              <a:rPr lang="en-US" altLang="ko-KR" dirty="0"/>
              <a:t>Message broker</a:t>
            </a:r>
            <a:r>
              <a:rPr lang="ko-KR" altLang="en-US" dirty="0"/>
              <a:t>와의 </a:t>
            </a:r>
            <a:r>
              <a:rPr lang="en-US" altLang="ko-KR" dirty="0"/>
              <a:t>connection</a:t>
            </a:r>
            <a:r>
              <a:rPr lang="ko-KR" altLang="en-US" dirty="0"/>
              <a:t>이 </a:t>
            </a:r>
            <a:r>
              <a:rPr lang="en-US" altLang="ko-KR" dirty="0"/>
              <a:t>stable</a:t>
            </a:r>
            <a:r>
              <a:rPr lang="ko-KR" altLang="en-US" dirty="0"/>
              <a:t>해지면</a:t>
            </a:r>
            <a:r>
              <a:rPr lang="en-US" altLang="ko-KR" dirty="0"/>
              <a:t>, data</a:t>
            </a:r>
            <a:r>
              <a:rPr lang="ko-KR" altLang="en-US" dirty="0"/>
              <a:t>를 </a:t>
            </a:r>
            <a:r>
              <a:rPr lang="en-US" altLang="ko-KR" dirty="0"/>
              <a:t>message</a:t>
            </a:r>
            <a:r>
              <a:rPr lang="ko-KR" altLang="en-US" dirty="0"/>
              <a:t>로 변환하여 </a:t>
            </a:r>
            <a:r>
              <a:rPr lang="en-US" altLang="ko-KR" dirty="0"/>
              <a:t>message broker</a:t>
            </a:r>
            <a:r>
              <a:rPr lang="ko-KR" altLang="en-US" dirty="0"/>
              <a:t>에 전송</a:t>
            </a:r>
            <a:endParaRPr lang="en-US" altLang="ko-KR" dirty="0">
              <a:solidFill>
                <a:srgbClr val="FFC000"/>
              </a:solidFill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81FDCD-1919-4480-9D95-F50D39B8FF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07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68ECA-0787-42AE-87FB-E35D995F4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 Architecture Description 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B0BD33-DD66-48DF-9C96-8FAF6B8F5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marL="514350" indent="-514350">
              <a:buFont typeface="+mj-lt"/>
              <a:buAutoNum type="romanUcPeriod" startAt="2"/>
            </a:pPr>
            <a:r>
              <a:rPr lang="en-US" altLang="ko-KR" dirty="0"/>
              <a:t>Data Center Server</a:t>
            </a:r>
          </a:p>
          <a:p>
            <a:pPr lvl="1"/>
            <a:r>
              <a:rPr lang="en-US" altLang="ko-KR" dirty="0">
                <a:solidFill>
                  <a:srgbClr val="000000"/>
                </a:solidFill>
              </a:rPr>
              <a:t>Message Receive Application</a:t>
            </a:r>
            <a:endParaRPr lang="en-US" altLang="ko-KR" dirty="0"/>
          </a:p>
          <a:p>
            <a:pPr lvl="2" latinLnBrk="0"/>
            <a:r>
              <a:rPr lang="ko-KR" altLang="en-US" dirty="0"/>
              <a:t>동작</a:t>
            </a:r>
            <a:endParaRPr lang="en-US" altLang="ko-KR" dirty="0"/>
          </a:p>
          <a:p>
            <a:pPr marL="1714500" lvl="3" indent="-342900" latinLnBrk="0">
              <a:buFont typeface="+mj-lt"/>
              <a:buAutoNum type="arabicPeriod"/>
            </a:pPr>
            <a:r>
              <a:rPr lang="en-US" altLang="ko-KR" dirty="0"/>
              <a:t>Broker administrator</a:t>
            </a:r>
            <a:r>
              <a:rPr lang="ko-KR" altLang="en-US" dirty="0"/>
              <a:t>로부터 </a:t>
            </a:r>
            <a:r>
              <a:rPr lang="en-US" altLang="ko-KR" dirty="0"/>
              <a:t>broker list</a:t>
            </a:r>
            <a:r>
              <a:rPr lang="ko-KR" altLang="en-US" dirty="0"/>
              <a:t>를 가져옴</a:t>
            </a:r>
            <a:endParaRPr lang="en-US" altLang="ko-KR" dirty="0"/>
          </a:p>
          <a:p>
            <a:pPr marL="1714500" lvl="3" indent="-342900" latinLnBrk="0">
              <a:buFont typeface="+mj-lt"/>
              <a:buAutoNum type="arabicPeriod"/>
            </a:pPr>
            <a:r>
              <a:rPr lang="en-US" altLang="ko-KR" dirty="0"/>
              <a:t>Message broker</a:t>
            </a:r>
            <a:r>
              <a:rPr lang="ko-KR" altLang="en-US" dirty="0"/>
              <a:t>들에게 자신을 </a:t>
            </a:r>
            <a:r>
              <a:rPr lang="en-US" altLang="ko-KR" dirty="0"/>
              <a:t>consumer</a:t>
            </a:r>
            <a:r>
              <a:rPr lang="ko-KR" altLang="en-US" dirty="0"/>
              <a:t>로 등록</a:t>
            </a:r>
            <a:endParaRPr lang="en-US" altLang="ko-KR" dirty="0"/>
          </a:p>
          <a:p>
            <a:pPr marL="1714500" lvl="3" indent="-342900" latinLnBrk="0">
              <a:buFont typeface="+mj-lt"/>
              <a:buAutoNum type="arabicPeriod"/>
            </a:pPr>
            <a:r>
              <a:rPr lang="en-US" altLang="ko-KR" dirty="0"/>
              <a:t>Tag</a:t>
            </a:r>
            <a:r>
              <a:rPr lang="ko-KR" altLang="en-US" dirty="0"/>
              <a:t>를 이용하여 </a:t>
            </a:r>
            <a:r>
              <a:rPr lang="en-US" altLang="ko-KR" dirty="0"/>
              <a:t>message broker</a:t>
            </a:r>
            <a:r>
              <a:rPr lang="ko-KR" altLang="en-US" dirty="0"/>
              <a:t>에 </a:t>
            </a:r>
            <a:r>
              <a:rPr lang="en-US" altLang="ko-KR" dirty="0"/>
              <a:t>topic</a:t>
            </a:r>
            <a:r>
              <a:rPr lang="ko-KR" altLang="en-US" dirty="0"/>
              <a:t>을 생성</a:t>
            </a:r>
            <a:endParaRPr lang="en-US" altLang="ko-KR" dirty="0"/>
          </a:p>
          <a:p>
            <a:pPr marL="1714500" lvl="3" indent="-342900" latinLnBrk="0">
              <a:buFont typeface="+mj-lt"/>
              <a:buAutoNum type="arabicPeriod"/>
            </a:pPr>
            <a:r>
              <a:rPr lang="en-US" altLang="ko-KR" dirty="0"/>
              <a:t>Message</a:t>
            </a:r>
            <a:r>
              <a:rPr lang="ko-KR" altLang="en-US" dirty="0"/>
              <a:t>를 </a:t>
            </a:r>
            <a:r>
              <a:rPr lang="en-US" altLang="ko-KR" dirty="0"/>
              <a:t>message broker</a:t>
            </a:r>
            <a:r>
              <a:rPr lang="ko-KR" altLang="en-US" dirty="0"/>
              <a:t>에서 받아와서 </a:t>
            </a:r>
            <a:r>
              <a:rPr lang="en-US" altLang="ko-KR" dirty="0"/>
              <a:t>data</a:t>
            </a:r>
            <a:r>
              <a:rPr lang="ko-KR" altLang="en-US" dirty="0"/>
              <a:t>로 변환하여 저장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>
              <a:solidFill>
                <a:srgbClr val="FFC000"/>
              </a:solidFill>
            </a:endParaRPr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749086-DB8E-4E06-BEEA-8D50AE9BC7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382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F6D9B-D150-4FCF-81D0-7E4B9C67C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 Architecture Description (5)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5D1323-A3C8-404A-98EF-DFA23762C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marL="514350" indent="-514350">
              <a:buFont typeface="+mj-lt"/>
              <a:buAutoNum type="romanUcPeriod" startAt="3"/>
            </a:pPr>
            <a:r>
              <a:rPr lang="en-US" altLang="ko-KR" dirty="0"/>
              <a:t>Message Broker</a:t>
            </a:r>
          </a:p>
          <a:p>
            <a:pPr lvl="1"/>
            <a:r>
              <a:rPr lang="en-US" altLang="ko-KR" dirty="0"/>
              <a:t>ActiveMQ</a:t>
            </a:r>
          </a:p>
          <a:p>
            <a:pPr lvl="2"/>
            <a:r>
              <a:rPr lang="ko-KR" altLang="en-US" dirty="0"/>
              <a:t>동작</a:t>
            </a:r>
            <a:endParaRPr lang="en-US" altLang="ko-KR" dirty="0"/>
          </a:p>
          <a:p>
            <a:pPr marL="1714500" lvl="3" indent="-342900">
              <a:buFont typeface="+mj-lt"/>
              <a:buAutoNum type="arabicPeriod"/>
            </a:pPr>
            <a:r>
              <a:rPr lang="en-US" altLang="ko-KR" dirty="0"/>
              <a:t>Broker administrator</a:t>
            </a:r>
            <a:r>
              <a:rPr lang="ko-KR" altLang="en-US" dirty="0"/>
              <a:t>에 자신을 등록</a:t>
            </a:r>
            <a:endParaRPr lang="en-US" altLang="ko-KR" dirty="0"/>
          </a:p>
          <a:p>
            <a:pPr marL="1714500" lvl="3" indent="-342900">
              <a:buFont typeface="+mj-lt"/>
              <a:buAutoNum type="arabicPeriod"/>
            </a:pPr>
            <a:r>
              <a:rPr lang="en-US" altLang="ko-KR" dirty="0"/>
              <a:t>Edge device</a:t>
            </a:r>
            <a:r>
              <a:rPr lang="ko-KR" altLang="en-US" dirty="0"/>
              <a:t>의 요청에 따라 </a:t>
            </a:r>
            <a:r>
              <a:rPr lang="en-US" altLang="ko-KR" dirty="0"/>
              <a:t>queue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1714500" lvl="3" indent="-342900">
              <a:buFont typeface="+mj-lt"/>
              <a:buAutoNum type="arabicPeriod"/>
            </a:pPr>
            <a:r>
              <a:rPr lang="en-US" altLang="ko-KR" dirty="0"/>
              <a:t>Queue</a:t>
            </a:r>
            <a:r>
              <a:rPr lang="ko-KR" altLang="en-US" dirty="0"/>
              <a:t>로 들어온 </a:t>
            </a:r>
            <a:r>
              <a:rPr lang="en-US" altLang="ko-KR" dirty="0"/>
              <a:t>message</a:t>
            </a:r>
            <a:r>
              <a:rPr lang="ko-KR" altLang="en-US" dirty="0"/>
              <a:t>를 </a:t>
            </a:r>
            <a:r>
              <a:rPr lang="ko-KR" altLang="en-US" dirty="0" err="1"/>
              <a:t>저장해둠</a:t>
            </a:r>
            <a:endParaRPr lang="en-US" altLang="ko-KR" dirty="0"/>
          </a:p>
          <a:p>
            <a:pPr marL="1714500" lvl="3" indent="-342900">
              <a:buFont typeface="+mj-lt"/>
              <a:buAutoNum type="arabicPeriod"/>
            </a:pPr>
            <a:r>
              <a:rPr lang="en-US" altLang="ko-KR" dirty="0"/>
              <a:t>Data center server</a:t>
            </a:r>
            <a:r>
              <a:rPr lang="ko-KR" altLang="en-US" dirty="0"/>
              <a:t>의 요청에 따라 </a:t>
            </a:r>
            <a:r>
              <a:rPr lang="en-US" altLang="ko-KR" dirty="0"/>
              <a:t>topic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1714500" lvl="3" indent="-342900">
              <a:buFont typeface="+mj-lt"/>
              <a:buAutoNum type="arabicPeriod"/>
            </a:pPr>
            <a:r>
              <a:rPr lang="ko-KR" altLang="en-US" dirty="0"/>
              <a:t>저장해둔 </a:t>
            </a:r>
            <a:r>
              <a:rPr lang="en-US" altLang="ko-KR" dirty="0"/>
              <a:t>message</a:t>
            </a:r>
            <a:r>
              <a:rPr lang="ko-KR" altLang="en-US" dirty="0"/>
              <a:t>를 </a:t>
            </a:r>
            <a:r>
              <a:rPr lang="en-US" altLang="ko-KR" dirty="0"/>
              <a:t>topic</a:t>
            </a:r>
            <a:r>
              <a:rPr lang="ko-KR" altLang="en-US" dirty="0"/>
              <a:t>을 통해 </a:t>
            </a:r>
            <a:r>
              <a:rPr lang="en-US" altLang="ko-KR" dirty="0"/>
              <a:t>data center server</a:t>
            </a:r>
            <a:r>
              <a:rPr lang="ko-KR" altLang="en-US" dirty="0"/>
              <a:t>에 전송</a:t>
            </a:r>
            <a:endParaRPr lang="en-US" altLang="ko-KR" dirty="0"/>
          </a:p>
          <a:p>
            <a:pPr lvl="2"/>
            <a:r>
              <a:rPr lang="ko-KR" altLang="en-US" dirty="0"/>
              <a:t>구성</a:t>
            </a:r>
            <a:endParaRPr lang="en-US" altLang="ko-KR" dirty="0"/>
          </a:p>
          <a:p>
            <a:pPr lvl="3"/>
            <a:r>
              <a:rPr lang="en-US" altLang="ko-KR" dirty="0"/>
              <a:t>ActiveMQ</a:t>
            </a:r>
            <a:r>
              <a:rPr lang="ko-KR" altLang="en-US" dirty="0"/>
              <a:t>는 </a:t>
            </a:r>
            <a:r>
              <a:rPr lang="en-US" altLang="ko-KR" dirty="0"/>
              <a:t>4</a:t>
            </a:r>
            <a:r>
              <a:rPr lang="ko-KR" altLang="en-US" dirty="0"/>
              <a:t>가지 통신 프로토콜 지원</a:t>
            </a:r>
            <a:endParaRPr lang="en-US" altLang="ko-KR" dirty="0"/>
          </a:p>
          <a:p>
            <a:pPr lvl="4"/>
            <a:r>
              <a:rPr lang="ko-KR" altLang="en-US" dirty="0"/>
              <a:t>우리는 </a:t>
            </a:r>
            <a:r>
              <a:rPr lang="en-US" altLang="ko-KR" dirty="0" err="1"/>
              <a:t>OpenWire</a:t>
            </a:r>
            <a:r>
              <a:rPr lang="en-US" altLang="ko-KR" dirty="0"/>
              <a:t> </a:t>
            </a:r>
            <a:r>
              <a:rPr lang="ko-KR" altLang="en-US" dirty="0"/>
              <a:t>선정</a:t>
            </a:r>
            <a:endParaRPr lang="en-US" altLang="ko-KR" dirty="0"/>
          </a:p>
          <a:p>
            <a:pPr lvl="3"/>
            <a:r>
              <a:rPr lang="en-US" altLang="ko-KR" dirty="0"/>
              <a:t>ActiveMQ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가지 </a:t>
            </a:r>
            <a:r>
              <a:rPr lang="en-US" altLang="ko-KR" dirty="0"/>
              <a:t>messaging model </a:t>
            </a:r>
            <a:r>
              <a:rPr lang="ko-KR" altLang="en-US" dirty="0"/>
              <a:t>지원</a:t>
            </a:r>
            <a:endParaRPr lang="en-US" altLang="ko-KR" dirty="0"/>
          </a:p>
          <a:p>
            <a:pPr lvl="4"/>
            <a:r>
              <a:rPr lang="ko-KR" altLang="en-US" dirty="0"/>
              <a:t>우리는 </a:t>
            </a:r>
            <a:r>
              <a:rPr lang="en-US" altLang="ko-KR" dirty="0"/>
              <a:t>edge device</a:t>
            </a:r>
            <a:r>
              <a:rPr lang="ko-KR" altLang="en-US" dirty="0"/>
              <a:t>와는 </a:t>
            </a:r>
            <a:r>
              <a:rPr lang="en-US" altLang="ko-KR" dirty="0"/>
              <a:t>P2P </a:t>
            </a:r>
            <a:r>
              <a:rPr lang="ko-KR" altLang="en-US" dirty="0"/>
              <a:t>방식을</a:t>
            </a:r>
            <a:r>
              <a:rPr lang="en-US" altLang="ko-KR" dirty="0"/>
              <a:t>, data center server</a:t>
            </a:r>
            <a:r>
              <a:rPr lang="ko-KR" altLang="en-US" dirty="0"/>
              <a:t>와는 </a:t>
            </a:r>
            <a:r>
              <a:rPr lang="en-US" altLang="ko-KR" dirty="0"/>
              <a:t>pub-sub </a:t>
            </a:r>
            <a:r>
              <a:rPr lang="ko-KR" altLang="en-US" dirty="0"/>
              <a:t>방식을 사용하도록 함</a:t>
            </a:r>
            <a:endParaRPr lang="en-US" altLang="ko-KR" dirty="0"/>
          </a:p>
          <a:p>
            <a:pPr marL="1714500" lvl="3" indent="-342900">
              <a:buFont typeface="+mj-lt"/>
              <a:buAutoNum type="arabicPeriod"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>
              <a:solidFill>
                <a:srgbClr val="FFC000"/>
              </a:solidFill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75D113-C6E4-4C46-A6EA-9E6CB74C74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549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94ADC-A893-47EE-B585-50D97DDB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 Architecture Description (6)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CABAC-B61C-4C74-8853-F191B179D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ActiveMQ</a:t>
            </a:r>
            <a:r>
              <a:rPr lang="ko-KR" altLang="en-US" dirty="0"/>
              <a:t>의 통신 프로토콜 비교</a:t>
            </a:r>
            <a:endParaRPr lang="en-US" altLang="ko-KR" dirty="0"/>
          </a:p>
          <a:p>
            <a:pPr lvl="1"/>
            <a:r>
              <a:rPr lang="en-US" altLang="ko-KR" dirty="0" err="1"/>
              <a:t>OpenWire</a:t>
            </a:r>
            <a:r>
              <a:rPr lang="en-US" altLang="ko-KR" dirty="0"/>
              <a:t>, AMQP, MQTT, STOMP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ActiveMQ</a:t>
            </a:r>
            <a:r>
              <a:rPr lang="ko-KR" altLang="en-US" dirty="0"/>
              <a:t>에서는 </a:t>
            </a:r>
            <a:r>
              <a:rPr lang="en-US" altLang="ko-KR" dirty="0"/>
              <a:t>broker</a:t>
            </a:r>
            <a:r>
              <a:rPr lang="ko-KR" altLang="en-US" dirty="0"/>
              <a:t> 간에 </a:t>
            </a:r>
            <a:r>
              <a:rPr lang="en-US" altLang="ko-KR" dirty="0" err="1"/>
              <a:t>OpenWire</a:t>
            </a:r>
            <a:r>
              <a:rPr lang="ko-KR" altLang="en-US" dirty="0"/>
              <a:t>를 이용하여 통신하므로</a:t>
            </a:r>
            <a:r>
              <a:rPr lang="en-US" altLang="ko-KR" dirty="0"/>
              <a:t>, client</a:t>
            </a:r>
            <a:r>
              <a:rPr lang="ko-KR" altLang="en-US" dirty="0"/>
              <a:t>와 </a:t>
            </a:r>
            <a:r>
              <a:rPr lang="en-US" altLang="ko-KR" dirty="0"/>
              <a:t>broker </a:t>
            </a:r>
            <a:r>
              <a:rPr lang="ko-KR" altLang="en-US" dirty="0"/>
              <a:t>사이의 프로토콜도 </a:t>
            </a:r>
            <a:r>
              <a:rPr lang="en-US" altLang="ko-KR" dirty="0" err="1"/>
              <a:t>OpenWire</a:t>
            </a:r>
            <a:r>
              <a:rPr lang="ko-KR" altLang="en-US" dirty="0"/>
              <a:t>로 설정하는 것이 </a:t>
            </a:r>
            <a:r>
              <a:rPr lang="en-US" altLang="ko-KR" dirty="0"/>
              <a:t>performance </a:t>
            </a:r>
            <a:r>
              <a:rPr lang="ko-KR" altLang="en-US" dirty="0"/>
              <a:t>측면에서 유리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81AB56-E3A9-4084-9AFF-EDFF5CB519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4BE1846-B13A-496C-ACEC-8875980BE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673159"/>
              </p:ext>
            </p:extLst>
          </p:nvPr>
        </p:nvGraphicFramePr>
        <p:xfrm>
          <a:off x="1475656" y="2492896"/>
          <a:ext cx="6696745" cy="247013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39349">
                  <a:extLst>
                    <a:ext uri="{9D8B030D-6E8A-4147-A177-3AD203B41FA5}">
                      <a16:colId xmlns:a16="http://schemas.microsoft.com/office/drawing/2014/main" val="2093284091"/>
                    </a:ext>
                  </a:extLst>
                </a:gridCol>
                <a:gridCol w="1339349">
                  <a:extLst>
                    <a:ext uri="{9D8B030D-6E8A-4147-A177-3AD203B41FA5}">
                      <a16:colId xmlns:a16="http://schemas.microsoft.com/office/drawing/2014/main" val="1884207530"/>
                    </a:ext>
                  </a:extLst>
                </a:gridCol>
                <a:gridCol w="1339349">
                  <a:extLst>
                    <a:ext uri="{9D8B030D-6E8A-4147-A177-3AD203B41FA5}">
                      <a16:colId xmlns:a16="http://schemas.microsoft.com/office/drawing/2014/main" val="3706211326"/>
                    </a:ext>
                  </a:extLst>
                </a:gridCol>
                <a:gridCol w="1339349">
                  <a:extLst>
                    <a:ext uri="{9D8B030D-6E8A-4147-A177-3AD203B41FA5}">
                      <a16:colId xmlns:a16="http://schemas.microsoft.com/office/drawing/2014/main" val="2549043835"/>
                    </a:ext>
                  </a:extLst>
                </a:gridCol>
                <a:gridCol w="1339349">
                  <a:extLst>
                    <a:ext uri="{9D8B030D-6E8A-4147-A177-3AD203B41FA5}">
                      <a16:colId xmlns:a16="http://schemas.microsoft.com/office/drawing/2014/main" val="612045522"/>
                    </a:ext>
                  </a:extLst>
                </a:gridCol>
              </a:tblGrid>
              <a:tr h="35114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OpenWire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AMQP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MQTT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STOMP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7334635"/>
                  </a:ext>
                </a:extLst>
              </a:tr>
              <a:tr h="3511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Format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Binary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Binary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Binary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Text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280687"/>
                  </a:ext>
                </a:extLst>
              </a:tr>
              <a:tr h="4906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Message Size limit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256MB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278643"/>
                  </a:ext>
                </a:extLst>
              </a:tr>
              <a:tr h="4906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Websocket</a:t>
                      </a:r>
                      <a:r>
                        <a:rPr lang="en-US" altLang="ko-KR" sz="1400" dirty="0"/>
                        <a:t> Support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O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8462538"/>
                  </a:ext>
                </a:extLst>
              </a:tr>
              <a:tr h="6926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Message Pattern</a:t>
                      </a:r>
                    </a:p>
                    <a:p>
                      <a:pPr latinLnBrk="1"/>
                      <a:r>
                        <a:rPr lang="en-US" altLang="ko-KR" sz="1400" dirty="0"/>
                        <a:t>Support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Pub/Sub, Message Queue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Pub/Sub,</a:t>
                      </a:r>
                    </a:p>
                    <a:p>
                      <a:pPr latinLnBrk="1"/>
                      <a:r>
                        <a:rPr lang="en-US" altLang="ko-KR" sz="1400" dirty="0"/>
                        <a:t>Message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Queue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Pub/Sub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Pub/Sub,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Message Queue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4885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1486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94ADC-A893-47EE-B585-50D97DDB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 Architecture Description (7)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CABAC-B61C-4C74-8853-F191B179D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Messaging Model </a:t>
            </a:r>
            <a:r>
              <a:rPr lang="ko-KR" altLang="en-US" dirty="0"/>
              <a:t>비교</a:t>
            </a:r>
            <a:endParaRPr lang="en-US" altLang="ko-KR" dirty="0"/>
          </a:p>
          <a:p>
            <a:pPr lvl="1"/>
            <a:r>
              <a:rPr lang="en-US" altLang="ko-KR" dirty="0"/>
              <a:t>Publish-subscribe, point-to-point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81AB56-E3A9-4084-9AFF-EDFF5CB519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9A121C0-0A9A-4E5E-B082-379CD82A7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617559"/>
              </p:ext>
            </p:extLst>
          </p:nvPr>
        </p:nvGraphicFramePr>
        <p:xfrm>
          <a:off x="467544" y="2564905"/>
          <a:ext cx="8424937" cy="362708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36688">
                  <a:extLst>
                    <a:ext uri="{9D8B030D-6E8A-4147-A177-3AD203B41FA5}">
                      <a16:colId xmlns:a16="http://schemas.microsoft.com/office/drawing/2014/main" val="2614487998"/>
                    </a:ext>
                  </a:extLst>
                </a:gridCol>
                <a:gridCol w="3555478">
                  <a:extLst>
                    <a:ext uri="{9D8B030D-6E8A-4147-A177-3AD203B41FA5}">
                      <a16:colId xmlns:a16="http://schemas.microsoft.com/office/drawing/2014/main" val="267232824"/>
                    </a:ext>
                  </a:extLst>
                </a:gridCol>
                <a:gridCol w="3632771">
                  <a:extLst>
                    <a:ext uri="{9D8B030D-6E8A-4147-A177-3AD203B41FA5}">
                      <a16:colId xmlns:a16="http://schemas.microsoft.com/office/drawing/2014/main" val="270443309"/>
                    </a:ext>
                  </a:extLst>
                </a:gridCol>
              </a:tblGrid>
              <a:tr h="369866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Pub-sub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P2P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4519504"/>
                  </a:ext>
                </a:extLst>
              </a:tr>
              <a:tr h="4983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Producer</a:t>
                      </a:r>
                      <a:r>
                        <a:rPr lang="ko-KR" altLang="en-US" sz="1400" dirty="0"/>
                        <a:t>가 생성한 </a:t>
                      </a:r>
                      <a:r>
                        <a:rPr lang="en-US" altLang="ko-KR" sz="1400" dirty="0"/>
                        <a:t>message</a:t>
                      </a:r>
                      <a:r>
                        <a:rPr lang="ko-KR" altLang="en-US" sz="1400" dirty="0"/>
                        <a:t>는 </a:t>
                      </a:r>
                      <a:r>
                        <a:rPr lang="en-US" altLang="ko-KR" sz="1400" dirty="0"/>
                        <a:t>topic</a:t>
                      </a:r>
                      <a:r>
                        <a:rPr lang="ko-KR" altLang="en-US" sz="1400" dirty="0"/>
                        <a:t>을 통해 모든 </a:t>
                      </a:r>
                      <a:r>
                        <a:rPr lang="en-US" altLang="ko-KR" sz="1400" dirty="0"/>
                        <a:t>consumer</a:t>
                      </a:r>
                      <a:r>
                        <a:rPr lang="ko-KR" altLang="en-US" sz="1400" dirty="0"/>
                        <a:t>들에게 전송됨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Producer</a:t>
                      </a:r>
                      <a:r>
                        <a:rPr lang="ko-KR" altLang="en-US" sz="1400" dirty="0"/>
                        <a:t>가 생성한 </a:t>
                      </a:r>
                      <a:r>
                        <a:rPr lang="en-US" altLang="ko-KR" sz="1400" dirty="0"/>
                        <a:t>message</a:t>
                      </a:r>
                      <a:r>
                        <a:rPr lang="ko-KR" altLang="en-US" sz="1400" dirty="0"/>
                        <a:t>는 </a:t>
                      </a:r>
                      <a:r>
                        <a:rPr lang="en-US" altLang="ko-KR" sz="1400" dirty="0"/>
                        <a:t>queue</a:t>
                      </a:r>
                      <a:r>
                        <a:rPr lang="ko-KR" altLang="en-US" sz="1400" dirty="0"/>
                        <a:t>를 통해 하나의 </a:t>
                      </a:r>
                      <a:r>
                        <a:rPr lang="en-US" altLang="ko-KR" sz="1400" dirty="0"/>
                        <a:t>consumer</a:t>
                      </a:r>
                      <a:r>
                        <a:rPr lang="ko-KR" altLang="en-US" sz="1400" dirty="0"/>
                        <a:t>에게 전송됨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9460187"/>
                  </a:ext>
                </a:extLst>
              </a:tr>
              <a:tr h="1993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Diagram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583295"/>
                  </a:ext>
                </a:extLst>
              </a:tr>
              <a:tr h="7452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하나의 </a:t>
                      </a:r>
                      <a:r>
                        <a:rPr lang="en-US" altLang="ko-KR" sz="1400" dirty="0"/>
                        <a:t>message</a:t>
                      </a:r>
                      <a:r>
                        <a:rPr lang="ko-KR" altLang="en-US" sz="1400" dirty="0"/>
                        <a:t>를 여러 </a:t>
                      </a:r>
                      <a:r>
                        <a:rPr lang="en-US" altLang="ko-KR" sz="1400" dirty="0"/>
                        <a:t>consumer</a:t>
                      </a:r>
                      <a:r>
                        <a:rPr lang="ko-KR" altLang="en-US" sz="1400" dirty="0"/>
                        <a:t>에 전송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Message</a:t>
                      </a:r>
                      <a:r>
                        <a:rPr lang="ko-KR" altLang="en-US" sz="1400" dirty="0"/>
                        <a:t>가 여러 </a:t>
                      </a:r>
                      <a:r>
                        <a:rPr lang="en-US" altLang="ko-KR" sz="1400" dirty="0"/>
                        <a:t>consumer</a:t>
                      </a:r>
                      <a:r>
                        <a:rPr lang="ko-KR" altLang="en-US" sz="1400" dirty="0"/>
                        <a:t>에 흩어져 뿌려질 수 있으므로 </a:t>
                      </a:r>
                      <a:r>
                        <a:rPr lang="en-US" altLang="ko-KR" sz="1400" dirty="0"/>
                        <a:t>load balancing</a:t>
                      </a:r>
                      <a:r>
                        <a:rPr lang="ko-KR" altLang="en-US" sz="1400" dirty="0"/>
                        <a:t>이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958566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0B6F786F-0E58-4E5F-AFCC-C1A323B7A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3579355"/>
            <a:ext cx="3096344" cy="182103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5C168CC-8094-4A1A-A323-12D290E5D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760" y="3564601"/>
            <a:ext cx="3096344" cy="182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96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F2880-2F1E-4093-974D-160E7AF4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 Architecture Description (8)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7C0033-9424-4B09-AEE5-B6884F45F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Messaging Model </a:t>
            </a:r>
            <a:r>
              <a:rPr lang="ko-KR" altLang="en-US" dirty="0"/>
              <a:t>비교 </a:t>
            </a:r>
            <a:r>
              <a:rPr lang="en-US" altLang="ko-KR" dirty="0"/>
              <a:t>(cont.)</a:t>
            </a:r>
          </a:p>
          <a:p>
            <a:pPr lvl="1"/>
            <a:r>
              <a:rPr lang="ko-KR" altLang="en-US" dirty="0"/>
              <a:t>우리는 </a:t>
            </a:r>
            <a:r>
              <a:rPr lang="en-US" altLang="ko-KR" dirty="0"/>
              <a:t>edge device-to-broker</a:t>
            </a:r>
            <a:r>
              <a:rPr lang="ko-KR" altLang="en-US" dirty="0"/>
              <a:t>에 </a:t>
            </a:r>
            <a:r>
              <a:rPr lang="en-US" altLang="ko-KR" dirty="0"/>
              <a:t>P2P</a:t>
            </a:r>
            <a:r>
              <a:rPr lang="ko-KR" altLang="en-US" dirty="0"/>
              <a:t>를 사용하여 </a:t>
            </a:r>
            <a:r>
              <a:rPr lang="en-US" altLang="ko-KR" dirty="0"/>
              <a:t>load balancing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하도록 함</a:t>
            </a:r>
            <a:endParaRPr lang="en-US" altLang="ko-KR" dirty="0"/>
          </a:p>
          <a:p>
            <a:pPr lvl="1"/>
            <a:r>
              <a:rPr lang="ko-KR" altLang="en-US" dirty="0"/>
              <a:t>우리는 </a:t>
            </a:r>
            <a:r>
              <a:rPr lang="en-US" altLang="ko-KR" dirty="0"/>
              <a:t>broker-to-data center server</a:t>
            </a:r>
            <a:r>
              <a:rPr lang="ko-KR" altLang="en-US" dirty="0"/>
              <a:t>에 </a:t>
            </a:r>
            <a:r>
              <a:rPr lang="en-US" altLang="ko-KR" dirty="0"/>
              <a:t>pub-sub</a:t>
            </a:r>
            <a:r>
              <a:rPr lang="ko-KR" altLang="en-US" dirty="0"/>
              <a:t>을 사용하여 모든 </a:t>
            </a:r>
            <a:r>
              <a:rPr lang="en-US" altLang="ko-KR" dirty="0"/>
              <a:t>data center server</a:t>
            </a:r>
            <a:r>
              <a:rPr lang="ko-KR" altLang="en-US" dirty="0"/>
              <a:t>가 모든 메시지를 받을 수 있도록 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4813B6-BDCF-4434-B287-DD513768E9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412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F6D9B-D150-4FCF-81D0-7E4B9C67C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 Architecture Description (9)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5D1323-A3C8-404A-98EF-DFA23762C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marL="514350" indent="-514350">
              <a:buFont typeface="+mj-lt"/>
              <a:buAutoNum type="romanUcPeriod" startAt="4"/>
            </a:pPr>
            <a:r>
              <a:rPr lang="en-US" altLang="ko-KR" dirty="0"/>
              <a:t>Broker Administrator</a:t>
            </a:r>
          </a:p>
          <a:p>
            <a:pPr lvl="1"/>
            <a:r>
              <a:rPr lang="en-US" altLang="ko-KR" dirty="0"/>
              <a:t>Broker Administer Application</a:t>
            </a:r>
          </a:p>
          <a:p>
            <a:pPr lvl="2"/>
            <a:r>
              <a:rPr lang="ko-KR" altLang="en-US" dirty="0"/>
              <a:t>동작</a:t>
            </a:r>
            <a:endParaRPr lang="en-US" altLang="ko-KR" dirty="0"/>
          </a:p>
          <a:p>
            <a:pPr marL="1714500" lvl="3" indent="-342900">
              <a:buFont typeface="+mj-lt"/>
              <a:buAutoNum type="arabicPeriod"/>
            </a:pPr>
            <a:r>
              <a:rPr lang="en-US" altLang="ko-KR" dirty="0"/>
              <a:t>Message broker</a:t>
            </a:r>
            <a:r>
              <a:rPr lang="ko-KR" altLang="en-US" dirty="0"/>
              <a:t>의 요청에 따라 해당 </a:t>
            </a:r>
            <a:r>
              <a:rPr lang="en-US" altLang="ko-KR" dirty="0"/>
              <a:t>broker</a:t>
            </a:r>
            <a:r>
              <a:rPr lang="ko-KR" altLang="en-US" dirty="0"/>
              <a:t>의 </a:t>
            </a:r>
            <a:r>
              <a:rPr lang="en-US" altLang="ko-KR" dirty="0"/>
              <a:t>IP</a:t>
            </a:r>
            <a:r>
              <a:rPr lang="ko-KR" altLang="en-US" dirty="0"/>
              <a:t>를 </a:t>
            </a:r>
            <a:r>
              <a:rPr lang="en-US" altLang="ko-KR" dirty="0"/>
              <a:t>broker list</a:t>
            </a:r>
            <a:r>
              <a:rPr lang="ko-KR" altLang="en-US" dirty="0"/>
              <a:t>에 등록</a:t>
            </a:r>
            <a:endParaRPr lang="en-US" altLang="ko-KR" dirty="0"/>
          </a:p>
          <a:p>
            <a:pPr marL="1714500" lvl="3" indent="-342900">
              <a:buFont typeface="+mj-lt"/>
              <a:buAutoNum type="arabicPeriod"/>
            </a:pPr>
            <a:r>
              <a:rPr lang="en-US" altLang="ko-KR" dirty="0"/>
              <a:t>Edge device </a:t>
            </a:r>
            <a:r>
              <a:rPr lang="ko-KR" altLang="en-US" dirty="0"/>
              <a:t>또는 </a:t>
            </a:r>
            <a:r>
              <a:rPr lang="en-US" altLang="ko-KR" dirty="0"/>
              <a:t>data center server</a:t>
            </a:r>
            <a:r>
              <a:rPr lang="ko-KR" altLang="en-US" dirty="0"/>
              <a:t>의 요청에 따라 </a:t>
            </a:r>
            <a:r>
              <a:rPr lang="en-US" altLang="ko-KR" dirty="0"/>
              <a:t>broker list</a:t>
            </a:r>
            <a:r>
              <a:rPr lang="ko-KR" altLang="en-US" dirty="0"/>
              <a:t>를 반환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75D113-C6E4-4C46-A6EA-9E6CB74C74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549669"/>
      </p:ext>
    </p:extLst>
  </p:cSld>
  <p:clrMapOvr>
    <a:masterClrMapping/>
  </p:clrMapOvr>
</p:sld>
</file>

<file path=ppt/theme/theme1.xml><?xml version="1.0" encoding="utf-8"?>
<a:theme xmlns:a="http://schemas.openxmlformats.org/drawingml/2006/main" name="RTOSLAB Presentation Form_ver.2.1">
  <a:themeElements>
    <a:clrScheme name="rtoslab-tech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toslab-tech">
      <a:majorFont>
        <a:latin typeface="Arial"/>
        <a:ea typeface="굴림체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00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800" b="1" i="0" u="none" strike="noStrike" cap="none" normalizeH="0" baseline="0" smtClean="0">
            <a:ln>
              <a:noFill/>
            </a:ln>
            <a:solidFill>
              <a:srgbClr val="CC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itchFamily="34" charset="0"/>
            <a:ea typeface="굴림체" pitchFamily="49" charset="-127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rtoslab-tech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oslab-tech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toslab-tech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oslab-tech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oslab-tech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oslab-tech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oslab-tech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RTOSLAB Presentation Form_ver.2.2</Template>
  <TotalTime>6423</TotalTime>
  <Words>1368</Words>
  <Application>Microsoft Office PowerPoint</Application>
  <PresentationFormat>화면 슬라이드 쇼(4:3)</PresentationFormat>
  <Paragraphs>303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굴림</vt:lpstr>
      <vt:lpstr>Arial</vt:lpstr>
      <vt:lpstr>Courier New</vt:lpstr>
      <vt:lpstr>Wingdings</vt:lpstr>
      <vt:lpstr>RTOSLAB Presentation Form_ver.2.1</vt:lpstr>
      <vt:lpstr>Edge Device-to-Server 데이터 전송 기술 개발</vt:lpstr>
      <vt:lpstr>목차</vt:lpstr>
      <vt:lpstr>Introduction (1)</vt:lpstr>
      <vt:lpstr>Introduction (2)</vt:lpstr>
      <vt:lpstr>Introduction (3)</vt:lpstr>
      <vt:lpstr>Introduction (4)</vt:lpstr>
      <vt:lpstr>Message Broker란? (1)</vt:lpstr>
      <vt:lpstr>Message Broker란? (2)</vt:lpstr>
      <vt:lpstr>Message Broker란? (3)</vt:lpstr>
      <vt:lpstr>Message Broker란? (4)</vt:lpstr>
      <vt:lpstr>Message Broker란? (5)</vt:lpstr>
      <vt:lpstr>Message Broker란? (6)</vt:lpstr>
      <vt:lpstr>Proposal: Message Broker 기반 데이터 전송 기술 (1)</vt:lpstr>
      <vt:lpstr>Proposal: Message Broker 기반 데이터 전송 기술 (2)</vt:lpstr>
      <vt:lpstr>Proposal: Message Broker 기반 데이터 전송 기술 (3)</vt:lpstr>
      <vt:lpstr>Proposal: Message Broker 기반 데이터 전송 기술 (4)</vt:lpstr>
      <vt:lpstr>Proposal: Message Broker 기반 데이터 전송 기술 (5)</vt:lpstr>
      <vt:lpstr>Proposal: Message Broker 기반 데이터 전송 기술 (6)</vt:lpstr>
      <vt:lpstr>Proposal: Message Broker 기반 데이터 전송 기술 (7)</vt:lpstr>
      <vt:lpstr>SW Architecture Description (1)</vt:lpstr>
      <vt:lpstr>SW Architecture Description (2)</vt:lpstr>
      <vt:lpstr>SW Architecture Description (3)</vt:lpstr>
      <vt:lpstr>SW Architecture Description (4)</vt:lpstr>
      <vt:lpstr>SW Architecture Description (5)</vt:lpstr>
      <vt:lpstr>SW Architecture Description (6)</vt:lpstr>
      <vt:lpstr>SW Architecture Description (7)</vt:lpstr>
      <vt:lpstr>SW Architecture Description (8)</vt:lpstr>
      <vt:lpstr>SW Architecture Description (9)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Edge-to-server 학습 데이터 전송 기술 개발</dc:title>
  <dc:creator>PhilKyue Shin</dc:creator>
  <cp:lastModifiedBy>PhilKyue Shin</cp:lastModifiedBy>
  <cp:revision>100</cp:revision>
  <cp:lastPrinted>2019-10-31T04:13:43Z</cp:lastPrinted>
  <dcterms:created xsi:type="dcterms:W3CDTF">2019-10-26T11:19:34Z</dcterms:created>
  <dcterms:modified xsi:type="dcterms:W3CDTF">2019-11-21T14:26:31Z</dcterms:modified>
</cp:coreProperties>
</file>